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91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A9B764-5FAC-4375-A27E-B74E3CEEA38F}" type="doc">
      <dgm:prSet loTypeId="urn:microsoft.com/office/officeart/2008/layout/PictureAccentBlocks" loCatId="picture" qsTypeId="urn:microsoft.com/office/officeart/2005/8/quickstyle/simple1" qsCatId="simple" csTypeId="urn:microsoft.com/office/officeart/2005/8/colors/accent1_2" csCatId="accent1" phldr="1"/>
      <dgm:spPr/>
    </dgm:pt>
    <dgm:pt modelId="{A92D2B20-16A7-4D5E-85DA-013A5FAE756C}">
      <dgm:prSet phldrT="[Текст]"/>
      <dgm:spPr/>
      <dgm:t>
        <a:bodyPr/>
        <a:lstStyle/>
        <a:p>
          <a:endParaRPr lang="ru-RU" dirty="0"/>
        </a:p>
      </dgm:t>
    </dgm:pt>
    <dgm:pt modelId="{1DF07DF6-3000-4192-A3CC-2991ACD6E06F}" type="parTrans" cxnId="{68E317D9-5D2D-4BA8-AC02-E95CD9C73CF8}">
      <dgm:prSet/>
      <dgm:spPr/>
      <dgm:t>
        <a:bodyPr/>
        <a:lstStyle/>
        <a:p>
          <a:endParaRPr lang="ru-RU"/>
        </a:p>
      </dgm:t>
    </dgm:pt>
    <dgm:pt modelId="{28988EE2-EA28-4023-AF8C-B8F47F9FC599}" type="sibTrans" cxnId="{68E317D9-5D2D-4BA8-AC02-E95CD9C73CF8}">
      <dgm:prSet/>
      <dgm:spPr/>
      <dgm:t>
        <a:bodyPr/>
        <a:lstStyle/>
        <a:p>
          <a:endParaRPr lang="ru-RU"/>
        </a:p>
      </dgm:t>
    </dgm:pt>
    <dgm:pt modelId="{B19F4081-F683-4E64-BE07-681288B31A52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5D90FD0-6B81-4DA3-B146-CB952F788BF3}" type="parTrans" cxnId="{73634FD9-3FD7-4664-B98E-CEBE9C1D4B26}">
      <dgm:prSet/>
      <dgm:spPr/>
      <dgm:t>
        <a:bodyPr/>
        <a:lstStyle/>
        <a:p>
          <a:endParaRPr lang="ru-RU"/>
        </a:p>
      </dgm:t>
    </dgm:pt>
    <dgm:pt modelId="{F622CB6B-A244-469E-832C-33A8835D75AD}" type="sibTrans" cxnId="{73634FD9-3FD7-4664-B98E-CEBE9C1D4B26}">
      <dgm:prSet/>
      <dgm:spPr/>
      <dgm:t>
        <a:bodyPr/>
        <a:lstStyle/>
        <a:p>
          <a:endParaRPr lang="ru-RU"/>
        </a:p>
      </dgm:t>
    </dgm:pt>
    <dgm:pt modelId="{81AB8A35-1502-42B1-9E4F-70E25637C4E1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B973FABE-4174-4734-A1AD-08F7A92904AB}" type="parTrans" cxnId="{B54A2A56-0E8E-4543-A700-AAEE0C0038D1}">
      <dgm:prSet/>
      <dgm:spPr/>
      <dgm:t>
        <a:bodyPr/>
        <a:lstStyle/>
        <a:p>
          <a:endParaRPr lang="ru-RU"/>
        </a:p>
      </dgm:t>
    </dgm:pt>
    <dgm:pt modelId="{6DE56406-9004-4F1C-9738-918E5EA74252}" type="sibTrans" cxnId="{B54A2A56-0E8E-4543-A700-AAEE0C0038D1}">
      <dgm:prSet/>
      <dgm:spPr/>
      <dgm:t>
        <a:bodyPr/>
        <a:lstStyle/>
        <a:p>
          <a:endParaRPr lang="ru-RU"/>
        </a:p>
      </dgm:t>
    </dgm:pt>
    <dgm:pt modelId="{E975A617-7BA4-4523-A356-2DD4DA8A0729}" type="pres">
      <dgm:prSet presAssocID="{77A9B764-5FAC-4375-A27E-B74E3CEEA38F}" presName="Name0" presStyleCnt="0">
        <dgm:presLayoutVars>
          <dgm:dir/>
        </dgm:presLayoutVars>
      </dgm:prSet>
      <dgm:spPr/>
    </dgm:pt>
    <dgm:pt modelId="{C30DB0C0-91ED-4C3D-A777-DA53351793D3}" type="pres">
      <dgm:prSet presAssocID="{A92D2B20-16A7-4D5E-85DA-013A5FAE756C}" presName="composite" presStyleCnt="0"/>
      <dgm:spPr/>
    </dgm:pt>
    <dgm:pt modelId="{E7B8FC31-A3CD-4B34-AB5D-ABB895A22E4B}" type="pres">
      <dgm:prSet presAssocID="{A92D2B20-16A7-4D5E-85DA-013A5FAE756C}" presName="Image" presStyleLbl="alignNode1" presStyleIdx="0" presStyleCnt="3" custScaleX="273502" custScaleY="217930" custLinFactX="-100000" custLinFactNeighborX="-193493" custLinFactNeighborY="-10540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392"/>
          </a:stretch>
        </a:blipFill>
      </dgm:spPr>
      <dgm:extLst>
        <a:ext uri="{E40237B7-FDA0-4F09-8148-C483321AD2D9}">
          <dgm14:cNvPr xmlns:dgm14="http://schemas.microsoft.com/office/drawing/2010/diagram" id="0" name="" descr="2"/>
        </a:ext>
      </dgm:extLst>
    </dgm:pt>
    <dgm:pt modelId="{59661A56-2D7C-477D-BDF5-82A8BDB561D9}" type="pres">
      <dgm:prSet presAssocID="{A92D2B20-16A7-4D5E-85DA-013A5FAE756C}" presName="Parent" presStyleLbl="revTx" presStyleIdx="0" presStyleCnt="3" custAng="5400000" custLinFactY="-42203" custLinFactNeighborX="-24210" custLinFactNeighborY="-100000">
        <dgm:presLayoutVars>
          <dgm:bulletEnabled val="1"/>
        </dgm:presLayoutVars>
      </dgm:prSet>
      <dgm:spPr/>
    </dgm:pt>
    <dgm:pt modelId="{96C872E1-B1F8-4D49-8BB8-BE05CF318C3F}" type="pres">
      <dgm:prSet presAssocID="{28988EE2-EA28-4023-AF8C-B8F47F9FC599}" presName="sibTrans" presStyleCnt="0"/>
      <dgm:spPr/>
    </dgm:pt>
    <dgm:pt modelId="{51F3E3D7-38B8-4011-84FD-33E59C5EAAF2}" type="pres">
      <dgm:prSet presAssocID="{B19F4081-F683-4E64-BE07-681288B31A52}" presName="composite" presStyleCnt="0"/>
      <dgm:spPr/>
    </dgm:pt>
    <dgm:pt modelId="{BAFEDD21-732C-45A8-8F35-3708B86E81AA}" type="pres">
      <dgm:prSet presAssocID="{B19F4081-F683-4E64-BE07-681288B31A52}" presName="Image" presStyleLbl="alignNode1" presStyleIdx="1" presStyleCnt="3" custScaleX="331294" custScaleY="209022" custLinFactX="-100000" custLinFactNeighborX="-150794" custLinFactNeighborY="-12803"/>
      <dgm:spPr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-3"/>
        </a:ext>
      </dgm:extLst>
    </dgm:pt>
    <dgm:pt modelId="{FF9B1B0A-DD77-4560-837E-6BEC6CDF8064}" type="pres">
      <dgm:prSet presAssocID="{B19F4081-F683-4E64-BE07-681288B31A52}" presName="Parent" presStyleLbl="revTx" presStyleIdx="1" presStyleCnt="3">
        <dgm:presLayoutVars>
          <dgm:bulletEnabled val="1"/>
        </dgm:presLayoutVars>
      </dgm:prSet>
      <dgm:spPr/>
    </dgm:pt>
    <dgm:pt modelId="{2F66FDBF-9B46-4D3D-BC9F-6C4A5DCE76FE}" type="pres">
      <dgm:prSet presAssocID="{F622CB6B-A244-469E-832C-33A8835D75AD}" presName="sibTrans" presStyleCnt="0"/>
      <dgm:spPr/>
    </dgm:pt>
    <dgm:pt modelId="{8257015B-E799-429E-B6DD-51DE585E6605}" type="pres">
      <dgm:prSet presAssocID="{81AB8A35-1502-42B1-9E4F-70E25637C4E1}" presName="composite" presStyleCnt="0"/>
      <dgm:spPr/>
    </dgm:pt>
    <dgm:pt modelId="{05530CDB-095F-4F23-ADBA-6F5F11908C96}" type="pres">
      <dgm:prSet presAssocID="{81AB8A35-1502-42B1-9E4F-70E25637C4E1}" presName="Image" presStyleLbl="alignNode1" presStyleIdx="2" presStyleCnt="3" custScaleX="225638" custScaleY="219155" custLinFactX="5656" custLinFactNeighborX="100000" custLinFactNeighborY="840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5000" r="-45000"/>
          </a:stretch>
        </a:blipFill>
      </dgm:spPr>
    </dgm:pt>
    <dgm:pt modelId="{8997369A-98A9-4A16-8413-DCD369C8BA5E}" type="pres">
      <dgm:prSet presAssocID="{81AB8A35-1502-42B1-9E4F-70E25637C4E1}" presName="Parent" presStyleLbl="revTx" presStyleIdx="2" presStyleCnt="3">
        <dgm:presLayoutVars>
          <dgm:bulletEnabled val="1"/>
        </dgm:presLayoutVars>
      </dgm:prSet>
      <dgm:spPr/>
    </dgm:pt>
  </dgm:ptLst>
  <dgm:cxnLst>
    <dgm:cxn modelId="{7737F42E-7A21-4D9B-9397-C5FF80628677}" type="presOf" srcId="{77A9B764-5FAC-4375-A27E-B74E3CEEA38F}" destId="{E975A617-7BA4-4523-A356-2DD4DA8A0729}" srcOrd="0" destOrd="0" presId="urn:microsoft.com/office/officeart/2008/layout/PictureAccentBlocks"/>
    <dgm:cxn modelId="{58ED1E50-9FAD-4F5D-A9AC-A7100F396D6E}" type="presOf" srcId="{B19F4081-F683-4E64-BE07-681288B31A52}" destId="{FF9B1B0A-DD77-4560-837E-6BEC6CDF8064}" srcOrd="0" destOrd="0" presId="urn:microsoft.com/office/officeart/2008/layout/PictureAccentBlocks"/>
    <dgm:cxn modelId="{B54A2A56-0E8E-4543-A700-AAEE0C0038D1}" srcId="{77A9B764-5FAC-4375-A27E-B74E3CEEA38F}" destId="{81AB8A35-1502-42B1-9E4F-70E25637C4E1}" srcOrd="2" destOrd="0" parTransId="{B973FABE-4174-4734-A1AD-08F7A92904AB}" sibTransId="{6DE56406-9004-4F1C-9738-918E5EA74252}"/>
    <dgm:cxn modelId="{42EF05BB-A2BE-401F-9967-A0AEBF4F76C6}" type="presOf" srcId="{A92D2B20-16A7-4D5E-85DA-013A5FAE756C}" destId="{59661A56-2D7C-477D-BDF5-82A8BDB561D9}" srcOrd="0" destOrd="0" presId="urn:microsoft.com/office/officeart/2008/layout/PictureAccentBlocks"/>
    <dgm:cxn modelId="{68E317D9-5D2D-4BA8-AC02-E95CD9C73CF8}" srcId="{77A9B764-5FAC-4375-A27E-B74E3CEEA38F}" destId="{A92D2B20-16A7-4D5E-85DA-013A5FAE756C}" srcOrd="0" destOrd="0" parTransId="{1DF07DF6-3000-4192-A3CC-2991ACD6E06F}" sibTransId="{28988EE2-EA28-4023-AF8C-B8F47F9FC599}"/>
    <dgm:cxn modelId="{73634FD9-3FD7-4664-B98E-CEBE9C1D4B26}" srcId="{77A9B764-5FAC-4375-A27E-B74E3CEEA38F}" destId="{B19F4081-F683-4E64-BE07-681288B31A52}" srcOrd="1" destOrd="0" parTransId="{95D90FD0-6B81-4DA3-B146-CB952F788BF3}" sibTransId="{F622CB6B-A244-469E-832C-33A8835D75AD}"/>
    <dgm:cxn modelId="{569939FB-F4DE-4BB3-B6E8-4FEF35741B2A}" type="presOf" srcId="{81AB8A35-1502-42B1-9E4F-70E25637C4E1}" destId="{8997369A-98A9-4A16-8413-DCD369C8BA5E}" srcOrd="0" destOrd="0" presId="urn:microsoft.com/office/officeart/2008/layout/PictureAccentBlocks"/>
    <dgm:cxn modelId="{5D99FE1E-89F6-41E1-9B38-A0FD05E69763}" type="presParOf" srcId="{E975A617-7BA4-4523-A356-2DD4DA8A0729}" destId="{C30DB0C0-91ED-4C3D-A777-DA53351793D3}" srcOrd="0" destOrd="0" presId="urn:microsoft.com/office/officeart/2008/layout/PictureAccentBlocks"/>
    <dgm:cxn modelId="{6028C1AB-EB70-456F-8DD9-C3D13983A598}" type="presParOf" srcId="{C30DB0C0-91ED-4C3D-A777-DA53351793D3}" destId="{E7B8FC31-A3CD-4B34-AB5D-ABB895A22E4B}" srcOrd="0" destOrd="0" presId="urn:microsoft.com/office/officeart/2008/layout/PictureAccentBlocks"/>
    <dgm:cxn modelId="{F8B7F739-0501-4967-8C14-4C2B63DF0F9F}" type="presParOf" srcId="{C30DB0C0-91ED-4C3D-A777-DA53351793D3}" destId="{59661A56-2D7C-477D-BDF5-82A8BDB561D9}" srcOrd="1" destOrd="0" presId="urn:microsoft.com/office/officeart/2008/layout/PictureAccentBlocks"/>
    <dgm:cxn modelId="{F7617BBB-621F-438C-860E-ACB366A12E46}" type="presParOf" srcId="{E975A617-7BA4-4523-A356-2DD4DA8A0729}" destId="{96C872E1-B1F8-4D49-8BB8-BE05CF318C3F}" srcOrd="1" destOrd="0" presId="urn:microsoft.com/office/officeart/2008/layout/PictureAccentBlocks"/>
    <dgm:cxn modelId="{029934F8-B4F0-4E67-8DCF-9394336FEA49}" type="presParOf" srcId="{E975A617-7BA4-4523-A356-2DD4DA8A0729}" destId="{51F3E3D7-38B8-4011-84FD-33E59C5EAAF2}" srcOrd="2" destOrd="0" presId="urn:microsoft.com/office/officeart/2008/layout/PictureAccentBlocks"/>
    <dgm:cxn modelId="{59ADE1DC-99A6-4788-B291-A13627F1C004}" type="presParOf" srcId="{51F3E3D7-38B8-4011-84FD-33E59C5EAAF2}" destId="{BAFEDD21-732C-45A8-8F35-3708B86E81AA}" srcOrd="0" destOrd="0" presId="urn:microsoft.com/office/officeart/2008/layout/PictureAccentBlocks"/>
    <dgm:cxn modelId="{7A1B185A-8B3E-4A01-93A4-EFC8722AFB9C}" type="presParOf" srcId="{51F3E3D7-38B8-4011-84FD-33E59C5EAAF2}" destId="{FF9B1B0A-DD77-4560-837E-6BEC6CDF8064}" srcOrd="1" destOrd="0" presId="urn:microsoft.com/office/officeart/2008/layout/PictureAccentBlocks"/>
    <dgm:cxn modelId="{C9E78366-3453-4ED3-8642-0FABFD800B32}" type="presParOf" srcId="{E975A617-7BA4-4523-A356-2DD4DA8A0729}" destId="{2F66FDBF-9B46-4D3D-BC9F-6C4A5DCE76FE}" srcOrd="3" destOrd="0" presId="urn:microsoft.com/office/officeart/2008/layout/PictureAccentBlocks"/>
    <dgm:cxn modelId="{254F6B98-90B2-4381-B1D5-5F4645066940}" type="presParOf" srcId="{E975A617-7BA4-4523-A356-2DD4DA8A0729}" destId="{8257015B-E799-429E-B6DD-51DE585E6605}" srcOrd="4" destOrd="0" presId="urn:microsoft.com/office/officeart/2008/layout/PictureAccentBlocks"/>
    <dgm:cxn modelId="{318D6074-0CCE-4300-834A-3472B1126D83}" type="presParOf" srcId="{8257015B-E799-429E-B6DD-51DE585E6605}" destId="{05530CDB-095F-4F23-ADBA-6F5F11908C96}" srcOrd="0" destOrd="0" presId="urn:microsoft.com/office/officeart/2008/layout/PictureAccentBlocks"/>
    <dgm:cxn modelId="{79E74AC3-26C9-4E0C-80D3-247A64FD6FB8}" type="presParOf" srcId="{8257015B-E799-429E-B6DD-51DE585E6605}" destId="{8997369A-98A9-4A16-8413-DCD369C8BA5E}" srcOrd="1" destOrd="0" presId="urn:microsoft.com/office/officeart/2008/layout/PictureAccentBlock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CF10BA-B376-446F-A3FD-A5D9052DAAA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873BAAE-AB10-4E86-8FA5-3119C7264491}">
      <dgm:prSet phldrT="[Текст]" custT="1"/>
      <dgm:spPr/>
      <dgm:t>
        <a:bodyPr/>
        <a:lstStyle/>
        <a:p>
          <a:r>
            <a:rPr lang="ru-RU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и изготовить манипулятор руки.</a:t>
          </a:r>
          <a:endParaRPr lang="ru-RU" sz="1800" i="1" dirty="0">
            <a:solidFill>
              <a:schemeClr val="tx1"/>
            </a:solidFill>
          </a:endParaRPr>
        </a:p>
      </dgm:t>
    </dgm:pt>
    <dgm:pt modelId="{546EEFF3-3EAE-403D-91AA-F66785A2A513}" type="parTrans" cxnId="{BD84D189-CE23-4CB0-96A9-03984A117418}">
      <dgm:prSet/>
      <dgm:spPr/>
      <dgm:t>
        <a:bodyPr/>
        <a:lstStyle/>
        <a:p>
          <a:endParaRPr lang="ru-RU"/>
        </a:p>
      </dgm:t>
    </dgm:pt>
    <dgm:pt modelId="{664B519A-3C6E-4283-A4C3-D87B3C85A873}" type="sibTrans" cxnId="{BD84D189-CE23-4CB0-96A9-03984A117418}">
      <dgm:prSet/>
      <dgm:spPr/>
      <dgm:t>
        <a:bodyPr/>
        <a:lstStyle/>
        <a:p>
          <a:endParaRPr lang="ru-RU"/>
        </a:p>
      </dgm:t>
    </dgm:pt>
    <dgm:pt modelId="{4A121499-1910-48D6-95C4-75077C3B8A67}">
      <dgm:prSet phldrT="[Текст]" custT="1"/>
      <dgm:spPr/>
      <dgm:t>
        <a:bodyPr/>
        <a:lstStyle/>
        <a:p>
          <a:pPr algn="just"/>
          <a:r>
            <a:rPr lang="ru-RU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электрические схемы, подобрать комплектующие для управления манипулятором руки и сенсорной перчаткой с беспроводным интерфейсом для передачи команд на манипулятор руки.</a:t>
          </a:r>
          <a:endParaRPr lang="ru-RU" sz="1800" dirty="0">
            <a:solidFill>
              <a:schemeClr val="tx1"/>
            </a:solidFill>
          </a:endParaRPr>
        </a:p>
      </dgm:t>
    </dgm:pt>
    <dgm:pt modelId="{E2DF2EE8-82C4-477C-AA0B-569CBA1AB122}" type="parTrans" cxnId="{F2591B66-924B-4AA3-A440-E8676C646645}">
      <dgm:prSet/>
      <dgm:spPr/>
      <dgm:t>
        <a:bodyPr/>
        <a:lstStyle/>
        <a:p>
          <a:endParaRPr lang="ru-RU"/>
        </a:p>
      </dgm:t>
    </dgm:pt>
    <dgm:pt modelId="{5425F38F-F785-4BDC-B09C-EF44B0D413EA}" type="sibTrans" cxnId="{F2591B66-924B-4AA3-A440-E8676C646645}">
      <dgm:prSet/>
      <dgm:spPr/>
      <dgm:t>
        <a:bodyPr/>
        <a:lstStyle/>
        <a:p>
          <a:endParaRPr lang="ru-RU"/>
        </a:p>
      </dgm:t>
    </dgm:pt>
    <dgm:pt modelId="{405B618A-89AC-494C-BD1B-0A8406AEB28E}">
      <dgm:prSet phldrT="[Текст]" custT="1"/>
      <dgm:spPr/>
      <dgm:t>
        <a:bodyPr/>
        <a:lstStyle/>
        <a:p>
          <a:r>
            <a:rPr lang="ru-RU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Написать программный код для микроконтроллеров.</a:t>
          </a:r>
          <a:endParaRPr lang="ru-RU" sz="1800" dirty="0">
            <a:solidFill>
              <a:schemeClr val="tx1"/>
            </a:solidFill>
          </a:endParaRPr>
        </a:p>
      </dgm:t>
    </dgm:pt>
    <dgm:pt modelId="{238765D8-DFF9-4B14-9133-39632D0F8514}" type="parTrans" cxnId="{DE4789C6-EBB0-4CE2-80EA-046110FE9A22}">
      <dgm:prSet/>
      <dgm:spPr/>
      <dgm:t>
        <a:bodyPr/>
        <a:lstStyle/>
        <a:p>
          <a:endParaRPr lang="ru-RU"/>
        </a:p>
      </dgm:t>
    </dgm:pt>
    <dgm:pt modelId="{3E150415-D192-4F41-B2EF-D67ED55D9330}" type="sibTrans" cxnId="{DE4789C6-EBB0-4CE2-80EA-046110FE9A22}">
      <dgm:prSet/>
      <dgm:spPr/>
      <dgm:t>
        <a:bodyPr/>
        <a:lstStyle/>
        <a:p>
          <a:endParaRPr lang="ru-RU"/>
        </a:p>
      </dgm:t>
    </dgm:pt>
    <dgm:pt modelId="{EF2EACDE-7EE1-4B2F-8811-F0D1369C133C}" type="pres">
      <dgm:prSet presAssocID="{BBCF10BA-B376-446F-A3FD-A5D9052DAAA2}" presName="linearFlow" presStyleCnt="0">
        <dgm:presLayoutVars>
          <dgm:dir/>
          <dgm:resizeHandles val="exact"/>
        </dgm:presLayoutVars>
      </dgm:prSet>
      <dgm:spPr/>
    </dgm:pt>
    <dgm:pt modelId="{F18E623D-113D-4786-86B4-036557F1E132}" type="pres">
      <dgm:prSet presAssocID="{7873BAAE-AB10-4E86-8FA5-3119C7264491}" presName="composite" presStyleCnt="0"/>
      <dgm:spPr/>
    </dgm:pt>
    <dgm:pt modelId="{D7E70566-5233-4446-B4FD-B08D2B754AF6}" type="pres">
      <dgm:prSet presAssocID="{7873BAAE-AB10-4E86-8FA5-3119C7264491}" presName="imgShp" presStyleLbl="fgImgPlace1" presStyleIdx="0" presStyleCnt="3" custLinFactNeighborY="2107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BAF3063-CC02-4653-ADFD-DE57BF86EAA4}" type="pres">
      <dgm:prSet presAssocID="{7873BAAE-AB10-4E86-8FA5-3119C7264491}" presName="txShp" presStyleLbl="node1" presStyleIdx="0" presStyleCnt="3" custLinFactNeighborY="21076">
        <dgm:presLayoutVars>
          <dgm:bulletEnabled val="1"/>
        </dgm:presLayoutVars>
      </dgm:prSet>
      <dgm:spPr/>
    </dgm:pt>
    <dgm:pt modelId="{9F62ED61-D03D-46E2-B074-34F35AEF7F3E}" type="pres">
      <dgm:prSet presAssocID="{664B519A-3C6E-4283-A4C3-D87B3C85A873}" presName="spacing" presStyleCnt="0"/>
      <dgm:spPr/>
    </dgm:pt>
    <dgm:pt modelId="{AB22A737-55DA-4FF4-BEBE-46021F2A9CC3}" type="pres">
      <dgm:prSet presAssocID="{4A121499-1910-48D6-95C4-75077C3B8A67}" presName="composite" presStyleCnt="0"/>
      <dgm:spPr/>
    </dgm:pt>
    <dgm:pt modelId="{3C09397B-8763-48EC-8768-CA2981C83B7F}" type="pres">
      <dgm:prSet presAssocID="{4A121499-1910-48D6-95C4-75077C3B8A67}" presName="imgShp" presStyleLbl="fgImgPlace1" presStyleIdx="1" presStyleCnt="3" custLinFactNeighborX="73145" custLinFactNeighborY="-878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ttps://pp.userapi.com/c851216/v851216428/cdf97/xZfuGuXN9Zw.jpg"/>
        </a:ext>
      </dgm:extLst>
    </dgm:pt>
    <dgm:pt modelId="{B3513A26-9A85-471E-AE5E-5C2A1EE6A923}" type="pres">
      <dgm:prSet presAssocID="{4A121499-1910-48D6-95C4-75077C3B8A67}" presName="txShp" presStyleLbl="node1" presStyleIdx="1" presStyleCnt="3" custLinFactNeighborX="30778" custLinFactNeighborY="878">
        <dgm:presLayoutVars>
          <dgm:bulletEnabled val="1"/>
        </dgm:presLayoutVars>
      </dgm:prSet>
      <dgm:spPr/>
    </dgm:pt>
    <dgm:pt modelId="{530182FA-F036-4133-9840-30A508B16082}" type="pres">
      <dgm:prSet presAssocID="{5425F38F-F785-4BDC-B09C-EF44B0D413EA}" presName="spacing" presStyleCnt="0"/>
      <dgm:spPr/>
    </dgm:pt>
    <dgm:pt modelId="{A40B5DB9-D615-4F03-822F-E0470F5767A1}" type="pres">
      <dgm:prSet presAssocID="{405B618A-89AC-494C-BD1B-0A8406AEB28E}" presName="composite" presStyleCnt="0"/>
      <dgm:spPr/>
    </dgm:pt>
    <dgm:pt modelId="{6A69B82F-346E-4EDF-A109-EDF2333949E9}" type="pres">
      <dgm:prSet presAssocID="{405B618A-89AC-494C-BD1B-0A8406AEB28E}" presName="imgShp" presStyleLbl="fgImgPlace1" presStyleIdx="2" presStyleCnt="3" custLinFactNeighborY="-19320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ttps://pp.userapi.com/c851216/v851216428/cdf97/xZfuGuXN9Zw.jpg"/>
        </a:ext>
      </dgm:extLst>
    </dgm:pt>
    <dgm:pt modelId="{60253E8A-430A-47DB-8C5B-DEAFBC58AA95}" type="pres">
      <dgm:prSet presAssocID="{405B618A-89AC-494C-BD1B-0A8406AEB28E}" presName="txShp" presStyleLbl="node1" presStyleIdx="2" presStyleCnt="3" custLinFactNeighborY="-19320">
        <dgm:presLayoutVars>
          <dgm:bulletEnabled val="1"/>
        </dgm:presLayoutVars>
      </dgm:prSet>
      <dgm:spPr/>
    </dgm:pt>
  </dgm:ptLst>
  <dgm:cxnLst>
    <dgm:cxn modelId="{F2591B66-924B-4AA3-A440-E8676C646645}" srcId="{BBCF10BA-B376-446F-A3FD-A5D9052DAAA2}" destId="{4A121499-1910-48D6-95C4-75077C3B8A67}" srcOrd="1" destOrd="0" parTransId="{E2DF2EE8-82C4-477C-AA0B-569CBA1AB122}" sibTransId="{5425F38F-F785-4BDC-B09C-EF44B0D413EA}"/>
    <dgm:cxn modelId="{BD84D189-CE23-4CB0-96A9-03984A117418}" srcId="{BBCF10BA-B376-446F-A3FD-A5D9052DAAA2}" destId="{7873BAAE-AB10-4E86-8FA5-3119C7264491}" srcOrd="0" destOrd="0" parTransId="{546EEFF3-3EAE-403D-91AA-F66785A2A513}" sibTransId="{664B519A-3C6E-4283-A4C3-D87B3C85A873}"/>
    <dgm:cxn modelId="{DDD62597-EF65-49D6-8F53-9328EC5CFDC5}" type="presOf" srcId="{BBCF10BA-B376-446F-A3FD-A5D9052DAAA2}" destId="{EF2EACDE-7EE1-4B2F-8811-F0D1369C133C}" srcOrd="0" destOrd="0" presId="urn:microsoft.com/office/officeart/2005/8/layout/vList3"/>
    <dgm:cxn modelId="{DE4789C6-EBB0-4CE2-80EA-046110FE9A22}" srcId="{BBCF10BA-B376-446F-A3FD-A5D9052DAAA2}" destId="{405B618A-89AC-494C-BD1B-0A8406AEB28E}" srcOrd="2" destOrd="0" parTransId="{238765D8-DFF9-4B14-9133-39632D0F8514}" sibTransId="{3E150415-D192-4F41-B2EF-D67ED55D9330}"/>
    <dgm:cxn modelId="{16F9A7DC-F8BD-4A17-B02D-A7EA26D25EB3}" type="presOf" srcId="{405B618A-89AC-494C-BD1B-0A8406AEB28E}" destId="{60253E8A-430A-47DB-8C5B-DEAFBC58AA95}" srcOrd="0" destOrd="0" presId="urn:microsoft.com/office/officeart/2005/8/layout/vList3"/>
    <dgm:cxn modelId="{AF8FB8E5-E906-4C16-80F6-67FB751963B2}" type="presOf" srcId="{4A121499-1910-48D6-95C4-75077C3B8A67}" destId="{B3513A26-9A85-471E-AE5E-5C2A1EE6A923}" srcOrd="0" destOrd="0" presId="urn:microsoft.com/office/officeart/2005/8/layout/vList3"/>
    <dgm:cxn modelId="{B64F93F2-36B0-47CF-BBB2-82F8DF9A0A77}" type="presOf" srcId="{7873BAAE-AB10-4E86-8FA5-3119C7264491}" destId="{CBAF3063-CC02-4653-ADFD-DE57BF86EAA4}" srcOrd="0" destOrd="0" presId="urn:microsoft.com/office/officeart/2005/8/layout/vList3"/>
    <dgm:cxn modelId="{1514B819-DBC2-4514-9B71-0B9525660BBC}" type="presParOf" srcId="{EF2EACDE-7EE1-4B2F-8811-F0D1369C133C}" destId="{F18E623D-113D-4786-86B4-036557F1E132}" srcOrd="0" destOrd="0" presId="urn:microsoft.com/office/officeart/2005/8/layout/vList3"/>
    <dgm:cxn modelId="{4EDADF77-6E08-4A8C-81EB-9C04E18C5918}" type="presParOf" srcId="{F18E623D-113D-4786-86B4-036557F1E132}" destId="{D7E70566-5233-4446-B4FD-B08D2B754AF6}" srcOrd="0" destOrd="0" presId="urn:microsoft.com/office/officeart/2005/8/layout/vList3"/>
    <dgm:cxn modelId="{A9BCCF28-4C88-4DCC-8429-C8431961DF04}" type="presParOf" srcId="{F18E623D-113D-4786-86B4-036557F1E132}" destId="{CBAF3063-CC02-4653-ADFD-DE57BF86EAA4}" srcOrd="1" destOrd="0" presId="urn:microsoft.com/office/officeart/2005/8/layout/vList3"/>
    <dgm:cxn modelId="{C68200A5-4A16-4612-943E-86B6E8D6B335}" type="presParOf" srcId="{EF2EACDE-7EE1-4B2F-8811-F0D1369C133C}" destId="{9F62ED61-D03D-46E2-B074-34F35AEF7F3E}" srcOrd="1" destOrd="0" presId="urn:microsoft.com/office/officeart/2005/8/layout/vList3"/>
    <dgm:cxn modelId="{4AE5E467-5BD1-465E-B413-1158539D3792}" type="presParOf" srcId="{EF2EACDE-7EE1-4B2F-8811-F0D1369C133C}" destId="{AB22A737-55DA-4FF4-BEBE-46021F2A9CC3}" srcOrd="2" destOrd="0" presId="urn:microsoft.com/office/officeart/2005/8/layout/vList3"/>
    <dgm:cxn modelId="{6EA6F4E8-C19E-4EF3-B9F2-5399701C9FB5}" type="presParOf" srcId="{AB22A737-55DA-4FF4-BEBE-46021F2A9CC3}" destId="{3C09397B-8763-48EC-8768-CA2981C83B7F}" srcOrd="0" destOrd="0" presId="urn:microsoft.com/office/officeart/2005/8/layout/vList3"/>
    <dgm:cxn modelId="{7C71F3C9-D7BB-41F5-ADD7-8D237A87A17E}" type="presParOf" srcId="{AB22A737-55DA-4FF4-BEBE-46021F2A9CC3}" destId="{B3513A26-9A85-471E-AE5E-5C2A1EE6A923}" srcOrd="1" destOrd="0" presId="urn:microsoft.com/office/officeart/2005/8/layout/vList3"/>
    <dgm:cxn modelId="{87B61DF2-650D-429C-9698-FC563A7B502B}" type="presParOf" srcId="{EF2EACDE-7EE1-4B2F-8811-F0D1369C133C}" destId="{530182FA-F036-4133-9840-30A508B16082}" srcOrd="3" destOrd="0" presId="urn:microsoft.com/office/officeart/2005/8/layout/vList3"/>
    <dgm:cxn modelId="{53F6F016-C51E-40C3-8743-4F8E346229C4}" type="presParOf" srcId="{EF2EACDE-7EE1-4B2F-8811-F0D1369C133C}" destId="{A40B5DB9-D615-4F03-822F-E0470F5767A1}" srcOrd="4" destOrd="0" presId="urn:microsoft.com/office/officeart/2005/8/layout/vList3"/>
    <dgm:cxn modelId="{B9E7A95D-8D6B-453B-B0F5-0358E0D7E237}" type="presParOf" srcId="{A40B5DB9-D615-4F03-822F-E0470F5767A1}" destId="{6A69B82F-346E-4EDF-A109-EDF2333949E9}" srcOrd="0" destOrd="0" presId="urn:microsoft.com/office/officeart/2005/8/layout/vList3"/>
    <dgm:cxn modelId="{DB8436F9-EB32-4440-BF68-6E1418931CA1}" type="presParOf" srcId="{A40B5DB9-D615-4F03-822F-E0470F5767A1}" destId="{60253E8A-430A-47DB-8C5B-DEAFBC58AA9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17BDDB-B41C-4253-9647-08750BE6C227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E9A43A17-0598-4900-9325-86EEDC98B146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2E366E8F-DD69-4B87-8C96-3C9949E2CAD5}" type="parTrans" cxnId="{3DC384FC-885F-490B-B324-7E82E261FCFC}">
      <dgm:prSet/>
      <dgm:spPr/>
      <dgm:t>
        <a:bodyPr/>
        <a:lstStyle/>
        <a:p>
          <a:endParaRPr lang="ru-RU"/>
        </a:p>
      </dgm:t>
    </dgm:pt>
    <dgm:pt modelId="{DFC7B48F-FC3A-48F2-8DF9-52C178E55848}" type="sibTrans" cxnId="{3DC384FC-885F-490B-B324-7E82E261FCF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  <dgm:t>
        <a:bodyPr/>
        <a:lstStyle/>
        <a:p>
          <a:endParaRPr lang="ru-RU"/>
        </a:p>
      </dgm:t>
      <dgm:extLst>
        <a:ext uri="{E40237B7-FDA0-4F09-8148-C483321AD2D9}">
          <dgm14:cNvPr xmlns:dgm14="http://schemas.microsoft.com/office/drawing/2010/diagram" id="0" name="" descr="https://pp.userapi.com/c847120/v847120127/1b2427/oK91ZcnLqRU.jpg"/>
        </a:ext>
      </dgm:extLst>
    </dgm:pt>
    <dgm:pt modelId="{BA54DA7E-1848-4017-B004-5A1AC254FB4C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1CE2A653-982B-48A4-B157-0816FC5012B8}" type="parTrans" cxnId="{314EE450-EA21-4706-BD14-4B79D8DEA416}">
      <dgm:prSet/>
      <dgm:spPr/>
      <dgm:t>
        <a:bodyPr/>
        <a:lstStyle/>
        <a:p>
          <a:endParaRPr lang="ru-RU"/>
        </a:p>
      </dgm:t>
    </dgm:pt>
    <dgm:pt modelId="{2C922AAC-8637-4A9A-AC08-607214B15CFB}" type="sibTrans" cxnId="{314EE450-EA21-4706-BD14-4B79D8DEA416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  <dgm:t>
        <a:bodyPr/>
        <a:lstStyle/>
        <a:p>
          <a:endParaRPr lang="ru-RU"/>
        </a:p>
      </dgm:t>
      <dgm:extLst>
        <a:ext uri="{E40237B7-FDA0-4F09-8148-C483321AD2D9}">
          <dgm14:cNvPr xmlns:dgm14="http://schemas.microsoft.com/office/drawing/2010/diagram" id="0" name="" descr="https://pp.userapi.com/c847124/v847124127/1ae268/5zDDMrrRPhU.jpg"/>
        </a:ext>
      </dgm:extLst>
    </dgm:pt>
    <dgm:pt modelId="{B4C6C2D2-6DD1-4BC0-A985-E6D6E66AE5DF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4BEBE016-A471-48A0-9CF6-0C72F1E54567}" type="parTrans" cxnId="{DBCB1809-1672-458E-932B-ED3E75E03CD0}">
      <dgm:prSet/>
      <dgm:spPr/>
      <dgm:t>
        <a:bodyPr/>
        <a:lstStyle/>
        <a:p>
          <a:endParaRPr lang="ru-RU"/>
        </a:p>
      </dgm:t>
    </dgm:pt>
    <dgm:pt modelId="{B8544D2B-BF55-4B11-AF3E-F118B9E9D29D}" type="sibTrans" cxnId="{DBCB1809-1672-458E-932B-ED3E75E03CD0}">
      <dgm:prSet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  <dgm:t>
        <a:bodyPr/>
        <a:lstStyle/>
        <a:p>
          <a:endParaRPr lang="ru-RU"/>
        </a:p>
      </dgm:t>
      <dgm:extLst>
        <a:ext uri="{E40237B7-FDA0-4F09-8148-C483321AD2D9}">
          <dgm14:cNvPr xmlns:dgm14="http://schemas.microsoft.com/office/drawing/2010/diagram" id="0" name="" descr="https://pp.userapi.com/c850524/v850524343/c9187/CUiyq4eOwbs.jpg"/>
        </a:ext>
      </dgm:extLst>
    </dgm:pt>
    <dgm:pt modelId="{5CA9C40D-BC14-4D3E-81FF-C03EE2713A04}" type="pres">
      <dgm:prSet presAssocID="{B617BDDB-B41C-4253-9647-08750BE6C227}" presName="Name0" presStyleCnt="0">
        <dgm:presLayoutVars>
          <dgm:chMax val="7"/>
          <dgm:chPref val="7"/>
          <dgm:dir/>
        </dgm:presLayoutVars>
      </dgm:prSet>
      <dgm:spPr/>
    </dgm:pt>
    <dgm:pt modelId="{4D486586-DB1D-4DEB-BDFA-7669739AB13E}" type="pres">
      <dgm:prSet presAssocID="{B617BDDB-B41C-4253-9647-08750BE6C227}" presName="Name1" presStyleCnt="0"/>
      <dgm:spPr/>
    </dgm:pt>
    <dgm:pt modelId="{FD16BCD8-87F0-45AD-B76F-D5CEED1C6AC5}" type="pres">
      <dgm:prSet presAssocID="{DFC7B48F-FC3A-48F2-8DF9-52C178E55848}" presName="picture_1" presStyleCnt="0"/>
      <dgm:spPr/>
    </dgm:pt>
    <dgm:pt modelId="{B3231296-E17E-4428-A77E-9882DEF1FB8F}" type="pres">
      <dgm:prSet presAssocID="{DFC7B48F-FC3A-48F2-8DF9-52C178E55848}" presName="pictureRepeatNode" presStyleLbl="alignImgPlace1" presStyleIdx="0" presStyleCnt="3"/>
      <dgm:spPr/>
    </dgm:pt>
    <dgm:pt modelId="{BAD61A71-7055-4A81-8913-E706B91ECF1F}" type="pres">
      <dgm:prSet presAssocID="{E9A43A17-0598-4900-9325-86EEDC98B146}" presName="text_1" presStyleLbl="node1" presStyleIdx="0" presStyleCnt="0">
        <dgm:presLayoutVars>
          <dgm:bulletEnabled val="1"/>
        </dgm:presLayoutVars>
      </dgm:prSet>
      <dgm:spPr/>
    </dgm:pt>
    <dgm:pt modelId="{A9FEC661-936E-45BC-B882-31D60773CDBE}" type="pres">
      <dgm:prSet presAssocID="{2C922AAC-8637-4A9A-AC08-607214B15CFB}" presName="picture_2" presStyleCnt="0"/>
      <dgm:spPr/>
    </dgm:pt>
    <dgm:pt modelId="{72DBB7F3-BF02-4DBD-BDAF-284039B6BCE2}" type="pres">
      <dgm:prSet presAssocID="{2C922AAC-8637-4A9A-AC08-607214B15CFB}" presName="pictureRepeatNode" presStyleLbl="alignImgPlace1" presStyleIdx="1" presStyleCnt="3"/>
      <dgm:spPr/>
    </dgm:pt>
    <dgm:pt modelId="{E570565A-9D6A-47AB-99F8-07A9BB1AB54D}" type="pres">
      <dgm:prSet presAssocID="{BA54DA7E-1848-4017-B004-5A1AC254FB4C}" presName="line_2" presStyleLbl="parChTrans1D1" presStyleIdx="0" presStyleCnt="2"/>
      <dgm:spPr/>
    </dgm:pt>
    <dgm:pt modelId="{241E7089-0E28-4237-A468-D87979B97288}" type="pres">
      <dgm:prSet presAssocID="{BA54DA7E-1848-4017-B004-5A1AC254FB4C}" presName="textparent_2" presStyleLbl="node1" presStyleIdx="0" presStyleCnt="0"/>
      <dgm:spPr/>
    </dgm:pt>
    <dgm:pt modelId="{CE863021-23E6-46F2-A7D1-6A1C939DE510}" type="pres">
      <dgm:prSet presAssocID="{BA54DA7E-1848-4017-B004-5A1AC254FB4C}" presName="text_2" presStyleLbl="revTx" presStyleIdx="0" presStyleCnt="2">
        <dgm:presLayoutVars>
          <dgm:bulletEnabled val="1"/>
        </dgm:presLayoutVars>
      </dgm:prSet>
      <dgm:spPr/>
    </dgm:pt>
    <dgm:pt modelId="{81F80283-2492-44E4-A7A6-7B710AE07088}" type="pres">
      <dgm:prSet presAssocID="{B8544D2B-BF55-4B11-AF3E-F118B9E9D29D}" presName="picture_3" presStyleCnt="0"/>
      <dgm:spPr/>
    </dgm:pt>
    <dgm:pt modelId="{88D2A27B-92B7-4F96-9CF8-6B59EDDA8002}" type="pres">
      <dgm:prSet presAssocID="{B8544D2B-BF55-4B11-AF3E-F118B9E9D29D}" presName="pictureRepeatNode" presStyleLbl="alignImgPlace1" presStyleIdx="2" presStyleCnt="3"/>
      <dgm:spPr/>
    </dgm:pt>
    <dgm:pt modelId="{7B8625D8-CE78-47D5-ADA1-F3BC7509D863}" type="pres">
      <dgm:prSet presAssocID="{B4C6C2D2-6DD1-4BC0-A985-E6D6E66AE5DF}" presName="line_3" presStyleLbl="parChTrans1D1" presStyleIdx="1" presStyleCnt="2"/>
      <dgm:spPr/>
    </dgm:pt>
    <dgm:pt modelId="{18D141E3-0022-4D65-B90F-9E109FDE8AA2}" type="pres">
      <dgm:prSet presAssocID="{B4C6C2D2-6DD1-4BC0-A985-E6D6E66AE5DF}" presName="textparent_3" presStyleLbl="node1" presStyleIdx="0" presStyleCnt="0"/>
      <dgm:spPr/>
    </dgm:pt>
    <dgm:pt modelId="{F773EE05-47D1-4263-9915-65071002BDB0}" type="pres">
      <dgm:prSet presAssocID="{B4C6C2D2-6DD1-4BC0-A985-E6D6E66AE5DF}" presName="text_3" presStyleLbl="revTx" presStyleIdx="1" presStyleCnt="2">
        <dgm:presLayoutVars>
          <dgm:bulletEnabled val="1"/>
        </dgm:presLayoutVars>
      </dgm:prSet>
      <dgm:spPr/>
    </dgm:pt>
  </dgm:ptLst>
  <dgm:cxnLst>
    <dgm:cxn modelId="{DBCB1809-1672-458E-932B-ED3E75E03CD0}" srcId="{B617BDDB-B41C-4253-9647-08750BE6C227}" destId="{B4C6C2D2-6DD1-4BC0-A985-E6D6E66AE5DF}" srcOrd="2" destOrd="0" parTransId="{4BEBE016-A471-48A0-9CF6-0C72F1E54567}" sibTransId="{B8544D2B-BF55-4B11-AF3E-F118B9E9D29D}"/>
    <dgm:cxn modelId="{314EE450-EA21-4706-BD14-4B79D8DEA416}" srcId="{B617BDDB-B41C-4253-9647-08750BE6C227}" destId="{BA54DA7E-1848-4017-B004-5A1AC254FB4C}" srcOrd="1" destOrd="0" parTransId="{1CE2A653-982B-48A4-B157-0816FC5012B8}" sibTransId="{2C922AAC-8637-4A9A-AC08-607214B15CFB}"/>
    <dgm:cxn modelId="{1C063C52-CCF5-48E0-BD23-6B7334CCABC2}" type="presOf" srcId="{B4C6C2D2-6DD1-4BC0-A985-E6D6E66AE5DF}" destId="{F773EE05-47D1-4263-9915-65071002BDB0}" srcOrd="0" destOrd="0" presId="urn:microsoft.com/office/officeart/2008/layout/CircularPictureCallout"/>
    <dgm:cxn modelId="{3037D05A-0F2D-4F23-B537-3674230F939F}" type="presOf" srcId="{2C922AAC-8637-4A9A-AC08-607214B15CFB}" destId="{72DBB7F3-BF02-4DBD-BDAF-284039B6BCE2}" srcOrd="0" destOrd="0" presId="urn:microsoft.com/office/officeart/2008/layout/CircularPictureCallout"/>
    <dgm:cxn modelId="{93BC737D-C046-4CAA-BDFA-4274C282B98B}" type="presOf" srcId="{B8544D2B-BF55-4B11-AF3E-F118B9E9D29D}" destId="{88D2A27B-92B7-4F96-9CF8-6B59EDDA8002}" srcOrd="0" destOrd="0" presId="urn:microsoft.com/office/officeart/2008/layout/CircularPictureCallout"/>
    <dgm:cxn modelId="{7A56A583-8FD5-4CFB-9151-FF6AF8C0685C}" type="presOf" srcId="{DFC7B48F-FC3A-48F2-8DF9-52C178E55848}" destId="{B3231296-E17E-4428-A77E-9882DEF1FB8F}" srcOrd="0" destOrd="0" presId="urn:microsoft.com/office/officeart/2008/layout/CircularPictureCallout"/>
    <dgm:cxn modelId="{C0B89C95-7AEB-47E2-8A41-D3C819D3FFBB}" type="presOf" srcId="{E9A43A17-0598-4900-9325-86EEDC98B146}" destId="{BAD61A71-7055-4A81-8913-E706B91ECF1F}" srcOrd="0" destOrd="0" presId="urn:microsoft.com/office/officeart/2008/layout/CircularPictureCallout"/>
    <dgm:cxn modelId="{A6C7329B-8A6F-4182-8E9A-A4E869C0EA1B}" type="presOf" srcId="{BA54DA7E-1848-4017-B004-5A1AC254FB4C}" destId="{CE863021-23E6-46F2-A7D1-6A1C939DE510}" srcOrd="0" destOrd="0" presId="urn:microsoft.com/office/officeart/2008/layout/CircularPictureCallout"/>
    <dgm:cxn modelId="{3DC384FC-885F-490B-B324-7E82E261FCFC}" srcId="{B617BDDB-B41C-4253-9647-08750BE6C227}" destId="{E9A43A17-0598-4900-9325-86EEDC98B146}" srcOrd="0" destOrd="0" parTransId="{2E366E8F-DD69-4B87-8C96-3C9949E2CAD5}" sibTransId="{DFC7B48F-FC3A-48F2-8DF9-52C178E55848}"/>
    <dgm:cxn modelId="{45A7C0FE-390C-4BED-B175-20FE88B06B5D}" type="presOf" srcId="{B617BDDB-B41C-4253-9647-08750BE6C227}" destId="{5CA9C40D-BC14-4D3E-81FF-C03EE2713A04}" srcOrd="0" destOrd="0" presId="urn:microsoft.com/office/officeart/2008/layout/CircularPictureCallout"/>
    <dgm:cxn modelId="{DEC0383E-9778-40DA-9962-69CF900566ED}" type="presParOf" srcId="{5CA9C40D-BC14-4D3E-81FF-C03EE2713A04}" destId="{4D486586-DB1D-4DEB-BDFA-7669739AB13E}" srcOrd="0" destOrd="0" presId="urn:microsoft.com/office/officeart/2008/layout/CircularPictureCallout"/>
    <dgm:cxn modelId="{E83A8853-A3D1-478E-B879-6EE5D03B5197}" type="presParOf" srcId="{4D486586-DB1D-4DEB-BDFA-7669739AB13E}" destId="{FD16BCD8-87F0-45AD-B76F-D5CEED1C6AC5}" srcOrd="0" destOrd="0" presId="urn:microsoft.com/office/officeart/2008/layout/CircularPictureCallout"/>
    <dgm:cxn modelId="{27FB0A95-794E-4B30-8D85-5D89E7ACA7BE}" type="presParOf" srcId="{FD16BCD8-87F0-45AD-B76F-D5CEED1C6AC5}" destId="{B3231296-E17E-4428-A77E-9882DEF1FB8F}" srcOrd="0" destOrd="0" presId="urn:microsoft.com/office/officeart/2008/layout/CircularPictureCallout"/>
    <dgm:cxn modelId="{71CE6DA0-4B32-4759-9658-4BA62049D1FA}" type="presParOf" srcId="{4D486586-DB1D-4DEB-BDFA-7669739AB13E}" destId="{BAD61A71-7055-4A81-8913-E706B91ECF1F}" srcOrd="1" destOrd="0" presId="urn:microsoft.com/office/officeart/2008/layout/CircularPictureCallout"/>
    <dgm:cxn modelId="{C8A0756F-10F9-437A-B345-7B5385046450}" type="presParOf" srcId="{4D486586-DB1D-4DEB-BDFA-7669739AB13E}" destId="{A9FEC661-936E-45BC-B882-31D60773CDBE}" srcOrd="2" destOrd="0" presId="urn:microsoft.com/office/officeart/2008/layout/CircularPictureCallout"/>
    <dgm:cxn modelId="{F4DC5F76-094C-4A90-887D-7CF1DF1F46DB}" type="presParOf" srcId="{A9FEC661-936E-45BC-B882-31D60773CDBE}" destId="{72DBB7F3-BF02-4DBD-BDAF-284039B6BCE2}" srcOrd="0" destOrd="0" presId="urn:microsoft.com/office/officeart/2008/layout/CircularPictureCallout"/>
    <dgm:cxn modelId="{3CA50EC3-381A-4135-B716-DA5F8FA4FCD5}" type="presParOf" srcId="{4D486586-DB1D-4DEB-BDFA-7669739AB13E}" destId="{E570565A-9D6A-47AB-99F8-07A9BB1AB54D}" srcOrd="3" destOrd="0" presId="urn:microsoft.com/office/officeart/2008/layout/CircularPictureCallout"/>
    <dgm:cxn modelId="{ED73B598-0004-4A62-A219-8D3D31D935E4}" type="presParOf" srcId="{4D486586-DB1D-4DEB-BDFA-7669739AB13E}" destId="{241E7089-0E28-4237-A468-D87979B97288}" srcOrd="4" destOrd="0" presId="urn:microsoft.com/office/officeart/2008/layout/CircularPictureCallout"/>
    <dgm:cxn modelId="{41F2545D-A1CF-44C8-B059-F2E7DCA2A3BF}" type="presParOf" srcId="{241E7089-0E28-4237-A468-D87979B97288}" destId="{CE863021-23E6-46F2-A7D1-6A1C939DE510}" srcOrd="0" destOrd="0" presId="urn:microsoft.com/office/officeart/2008/layout/CircularPictureCallout"/>
    <dgm:cxn modelId="{2A5D03D6-228A-4A9B-88C6-4FDDE04CBA9E}" type="presParOf" srcId="{4D486586-DB1D-4DEB-BDFA-7669739AB13E}" destId="{81F80283-2492-44E4-A7A6-7B710AE07088}" srcOrd="5" destOrd="0" presId="urn:microsoft.com/office/officeart/2008/layout/CircularPictureCallout"/>
    <dgm:cxn modelId="{2C7AAB48-2FD2-4C4B-9318-DBBA6871303D}" type="presParOf" srcId="{81F80283-2492-44E4-A7A6-7B710AE07088}" destId="{88D2A27B-92B7-4F96-9CF8-6B59EDDA8002}" srcOrd="0" destOrd="0" presId="urn:microsoft.com/office/officeart/2008/layout/CircularPictureCallout"/>
    <dgm:cxn modelId="{4DC55D1A-7BB0-4429-B54C-9E8BB48BFF68}" type="presParOf" srcId="{4D486586-DB1D-4DEB-BDFA-7669739AB13E}" destId="{7B8625D8-CE78-47D5-ADA1-F3BC7509D863}" srcOrd="6" destOrd="0" presId="urn:microsoft.com/office/officeart/2008/layout/CircularPictureCallout"/>
    <dgm:cxn modelId="{C998E607-5395-4280-A222-47B029DF3779}" type="presParOf" srcId="{4D486586-DB1D-4DEB-BDFA-7669739AB13E}" destId="{18D141E3-0022-4D65-B90F-9E109FDE8AA2}" srcOrd="7" destOrd="0" presId="urn:microsoft.com/office/officeart/2008/layout/CircularPictureCallout"/>
    <dgm:cxn modelId="{5A5385D0-0034-4709-AB61-52E7518164FB}" type="presParOf" srcId="{18D141E3-0022-4D65-B90F-9E109FDE8AA2}" destId="{F773EE05-47D1-4263-9915-65071002BDB0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B24277-B564-4069-85EE-3CC5CB5D8544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</dgm:pt>
    <dgm:pt modelId="{FC61BC7C-DE59-420C-8ABB-2F4D1211C3BD}">
      <dgm:prSet phldrT="[Текст]" custT="1"/>
      <dgm:spPr/>
      <dgm:t>
        <a:bodyPr/>
        <a:lstStyle/>
        <a:p>
          <a:r>
            <a:rPr lang="ru-RU" sz="15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Схема соединений микроконтроллера приемника команд</a:t>
          </a:r>
        </a:p>
      </dgm:t>
    </dgm:pt>
    <dgm:pt modelId="{53EE0F1F-4CFE-4BA5-8973-6D138E0C78A3}" type="parTrans" cxnId="{3CD87A8C-EBD1-489D-BCF6-B94B2588AD86}">
      <dgm:prSet/>
      <dgm:spPr/>
      <dgm:t>
        <a:bodyPr/>
        <a:lstStyle/>
        <a:p>
          <a:endParaRPr lang="ru-RU"/>
        </a:p>
      </dgm:t>
    </dgm:pt>
    <dgm:pt modelId="{1F90E147-C0A9-4249-B30F-C739661339EB}" type="sibTrans" cxnId="{3CD87A8C-EBD1-489D-BCF6-B94B2588AD86}">
      <dgm:prSet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21A399F6-1360-4504-9A13-7A8EB4175F71}">
      <dgm:prSet phldrT="[Текст]" custT="1"/>
      <dgm:spPr/>
      <dgm:t>
        <a:bodyPr/>
        <a:lstStyle/>
        <a:p>
          <a:r>
            <a:rPr lang="ru-RU" sz="15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Схема соединений микроконтроллера передатчика команд</a:t>
          </a:r>
        </a:p>
      </dgm:t>
    </dgm:pt>
    <dgm:pt modelId="{2CAEDDFE-1F91-44FA-8D67-165C8956C153}" type="parTrans" cxnId="{2181B86E-CB3C-4533-A9A4-3330879E1308}">
      <dgm:prSet/>
      <dgm:spPr/>
      <dgm:t>
        <a:bodyPr/>
        <a:lstStyle/>
        <a:p>
          <a:endParaRPr lang="ru-RU"/>
        </a:p>
      </dgm:t>
    </dgm:pt>
    <dgm:pt modelId="{6251F746-D62B-44D0-A34F-3C4A1A8B40AA}" type="sibTrans" cxnId="{2181B86E-CB3C-4533-A9A4-3330879E1308}">
      <dgm:prSet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ru-RU"/>
        </a:p>
      </dgm:t>
    </dgm:pt>
    <dgm:pt modelId="{B3F21BBD-0E96-4236-93DB-FC904EEA6574}" type="pres">
      <dgm:prSet presAssocID="{05B24277-B564-4069-85EE-3CC5CB5D8544}" presName="Name0" presStyleCnt="0">
        <dgm:presLayoutVars>
          <dgm:chMax val="21"/>
          <dgm:chPref val="21"/>
        </dgm:presLayoutVars>
      </dgm:prSet>
      <dgm:spPr/>
    </dgm:pt>
    <dgm:pt modelId="{2393C6A9-0EDB-406C-A718-5DC64E198704}" type="pres">
      <dgm:prSet presAssocID="{FC61BC7C-DE59-420C-8ABB-2F4D1211C3BD}" presName="text1" presStyleCnt="0"/>
      <dgm:spPr/>
    </dgm:pt>
    <dgm:pt modelId="{2C5821A0-72A1-4992-BC07-C9A24A4F56CA}" type="pres">
      <dgm:prSet presAssocID="{FC61BC7C-DE59-420C-8ABB-2F4D1211C3BD}" presName="textRepeatNode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E41275A-A7FB-4BEF-9249-32A0D684212E}" type="pres">
      <dgm:prSet presAssocID="{FC61BC7C-DE59-420C-8ABB-2F4D1211C3BD}" presName="textaccent1" presStyleCnt="0"/>
      <dgm:spPr/>
    </dgm:pt>
    <dgm:pt modelId="{F9DBA8E9-E720-4AC2-90C5-01D0BE6BEC1D}" type="pres">
      <dgm:prSet presAssocID="{FC61BC7C-DE59-420C-8ABB-2F4D1211C3BD}" presName="accentRepeatNode" presStyleLbl="solidAlignAcc1" presStyleIdx="0" presStyleCnt="4" custLinFactX="-62329" custLinFactNeighborX="-100000" custLinFactNeighborY="-78934"/>
      <dgm:spPr/>
    </dgm:pt>
    <dgm:pt modelId="{05601782-38A0-4379-97AA-130076FB3F73}" type="pres">
      <dgm:prSet presAssocID="{1F90E147-C0A9-4249-B30F-C739661339EB}" presName="image1" presStyleCnt="0"/>
      <dgm:spPr/>
    </dgm:pt>
    <dgm:pt modelId="{BD4F2449-EEE4-4CBB-AA28-B2CFCECE9189}" type="pres">
      <dgm:prSet presAssocID="{1F90E147-C0A9-4249-B30F-C739661339EB}" presName="imageRepeatNode" presStyleLbl="alignAcc1" presStyleIdx="0" presStyleCnt="2"/>
      <dgm:spPr/>
    </dgm:pt>
    <dgm:pt modelId="{08851BB1-A555-4ACD-81E5-CF2ED31FA4ED}" type="pres">
      <dgm:prSet presAssocID="{1F90E147-C0A9-4249-B30F-C739661339EB}" presName="imageaccent1" presStyleCnt="0"/>
      <dgm:spPr/>
    </dgm:pt>
    <dgm:pt modelId="{C8E1D4C3-02A6-49C9-BEC9-09BE563BAADF}" type="pres">
      <dgm:prSet presAssocID="{1F90E147-C0A9-4249-B30F-C739661339EB}" presName="accentRepeatNode" presStyleLbl="solidAlignAcc1" presStyleIdx="1" presStyleCnt="4" custLinFactX="500000" custLinFactNeighborX="566099" custLinFactNeighborY="-27750"/>
      <dgm:spPr/>
    </dgm:pt>
    <dgm:pt modelId="{BD03DA52-34BC-4A2D-8C55-A4A6CB1DC68A}" type="pres">
      <dgm:prSet presAssocID="{21A399F6-1360-4504-9A13-7A8EB4175F71}" presName="text2" presStyleCnt="0"/>
      <dgm:spPr/>
    </dgm:pt>
    <dgm:pt modelId="{617C2D23-E200-452C-A645-B5B20F52782A}" type="pres">
      <dgm:prSet presAssocID="{21A399F6-1360-4504-9A13-7A8EB4175F71}" presName="textRepeatNode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91FC017-ED6E-4503-8379-554E0418AE29}" type="pres">
      <dgm:prSet presAssocID="{21A399F6-1360-4504-9A13-7A8EB4175F71}" presName="textaccent2" presStyleCnt="0"/>
      <dgm:spPr/>
    </dgm:pt>
    <dgm:pt modelId="{A89D5C32-C807-4E57-85C2-CB345517BA7E}" type="pres">
      <dgm:prSet presAssocID="{21A399F6-1360-4504-9A13-7A8EB4175F71}" presName="accentRepeatNode" presStyleLbl="solidAlignAcc1" presStyleIdx="2" presStyleCnt="4" custLinFactX="62329" custLinFactNeighborX="100000" custLinFactNeighborY="98741"/>
      <dgm:spPr/>
    </dgm:pt>
    <dgm:pt modelId="{4A95DABC-F636-407E-BF33-15E62192EAFD}" type="pres">
      <dgm:prSet presAssocID="{6251F746-D62B-44D0-A34F-3C4A1A8B40AA}" presName="image2" presStyleCnt="0"/>
      <dgm:spPr/>
    </dgm:pt>
    <dgm:pt modelId="{384345AB-FF72-4312-ABF3-FCB4ACEEBDE9}" type="pres">
      <dgm:prSet presAssocID="{6251F746-D62B-44D0-A34F-3C4A1A8B40AA}" presName="imageRepeatNode" presStyleLbl="alignAcc1" presStyleIdx="1" presStyleCnt="2"/>
      <dgm:spPr/>
    </dgm:pt>
    <dgm:pt modelId="{27061CA3-FECD-4EEB-BE9F-609EEF7F680C}" type="pres">
      <dgm:prSet presAssocID="{6251F746-D62B-44D0-A34F-3C4A1A8B40AA}" presName="imageaccent2" presStyleCnt="0"/>
      <dgm:spPr/>
    </dgm:pt>
    <dgm:pt modelId="{CD1D8115-3539-422A-BCA9-AEE400E8BA06}" type="pres">
      <dgm:prSet presAssocID="{6251F746-D62B-44D0-A34F-3C4A1A8B40AA}" presName="accentRepeatNode" presStyleLbl="solidAlignAcc1" presStyleIdx="3" presStyleCnt="4" custLinFactX="-600000" custLinFactY="153990" custLinFactNeighborX="-674007" custLinFactNeighborY="200000"/>
      <dgm:spPr/>
    </dgm:pt>
  </dgm:ptLst>
  <dgm:cxnLst>
    <dgm:cxn modelId="{18E3FA14-CFD6-4BE9-9513-9CC8719C6FA7}" type="presOf" srcId="{21A399F6-1360-4504-9A13-7A8EB4175F71}" destId="{617C2D23-E200-452C-A645-B5B20F52782A}" srcOrd="0" destOrd="0" presId="urn:microsoft.com/office/officeart/2008/layout/HexagonCluster"/>
    <dgm:cxn modelId="{15DB3116-8C96-41FC-A4ED-5C30A27547DD}" type="presOf" srcId="{1F90E147-C0A9-4249-B30F-C739661339EB}" destId="{BD4F2449-EEE4-4CBB-AA28-B2CFCECE9189}" srcOrd="0" destOrd="0" presId="urn:microsoft.com/office/officeart/2008/layout/HexagonCluster"/>
    <dgm:cxn modelId="{4D6DE81E-5479-47E9-88BC-358C8C03AF5F}" type="presOf" srcId="{FC61BC7C-DE59-420C-8ABB-2F4D1211C3BD}" destId="{2C5821A0-72A1-4992-BC07-C9A24A4F56CA}" srcOrd="0" destOrd="0" presId="urn:microsoft.com/office/officeart/2008/layout/HexagonCluster"/>
    <dgm:cxn modelId="{135BED6A-2BBC-4BB0-91AD-BD6B12D3D61E}" type="presOf" srcId="{05B24277-B564-4069-85EE-3CC5CB5D8544}" destId="{B3F21BBD-0E96-4236-93DB-FC904EEA6574}" srcOrd="0" destOrd="0" presId="urn:microsoft.com/office/officeart/2008/layout/HexagonCluster"/>
    <dgm:cxn modelId="{2181B86E-CB3C-4533-A9A4-3330879E1308}" srcId="{05B24277-B564-4069-85EE-3CC5CB5D8544}" destId="{21A399F6-1360-4504-9A13-7A8EB4175F71}" srcOrd="1" destOrd="0" parTransId="{2CAEDDFE-1F91-44FA-8D67-165C8956C153}" sibTransId="{6251F746-D62B-44D0-A34F-3C4A1A8B40AA}"/>
    <dgm:cxn modelId="{3CD87A8C-EBD1-489D-BCF6-B94B2588AD86}" srcId="{05B24277-B564-4069-85EE-3CC5CB5D8544}" destId="{FC61BC7C-DE59-420C-8ABB-2F4D1211C3BD}" srcOrd="0" destOrd="0" parTransId="{53EE0F1F-4CFE-4BA5-8973-6D138E0C78A3}" sibTransId="{1F90E147-C0A9-4249-B30F-C739661339EB}"/>
    <dgm:cxn modelId="{E539BADD-234E-42F0-B272-ECC02091D8BD}" type="presOf" srcId="{6251F746-D62B-44D0-A34F-3C4A1A8B40AA}" destId="{384345AB-FF72-4312-ABF3-FCB4ACEEBDE9}" srcOrd="0" destOrd="0" presId="urn:microsoft.com/office/officeart/2008/layout/HexagonCluster"/>
    <dgm:cxn modelId="{633DAAA2-742B-4D87-AC5B-D3C881EB56BC}" type="presParOf" srcId="{B3F21BBD-0E96-4236-93DB-FC904EEA6574}" destId="{2393C6A9-0EDB-406C-A718-5DC64E198704}" srcOrd="0" destOrd="0" presId="urn:microsoft.com/office/officeart/2008/layout/HexagonCluster"/>
    <dgm:cxn modelId="{EED82623-08F6-4A2E-A306-2DE836919B1E}" type="presParOf" srcId="{2393C6A9-0EDB-406C-A718-5DC64E198704}" destId="{2C5821A0-72A1-4992-BC07-C9A24A4F56CA}" srcOrd="0" destOrd="0" presId="urn:microsoft.com/office/officeart/2008/layout/HexagonCluster"/>
    <dgm:cxn modelId="{9B892E58-07A9-499D-B612-B9F87CA9C263}" type="presParOf" srcId="{B3F21BBD-0E96-4236-93DB-FC904EEA6574}" destId="{4E41275A-A7FB-4BEF-9249-32A0D684212E}" srcOrd="1" destOrd="0" presId="urn:microsoft.com/office/officeart/2008/layout/HexagonCluster"/>
    <dgm:cxn modelId="{F2E8E0B5-5441-4BBF-B608-BCD682011754}" type="presParOf" srcId="{4E41275A-A7FB-4BEF-9249-32A0D684212E}" destId="{F9DBA8E9-E720-4AC2-90C5-01D0BE6BEC1D}" srcOrd="0" destOrd="0" presId="urn:microsoft.com/office/officeart/2008/layout/HexagonCluster"/>
    <dgm:cxn modelId="{8543E8C6-8EFF-4E3B-B96C-12D2197CF2AD}" type="presParOf" srcId="{B3F21BBD-0E96-4236-93DB-FC904EEA6574}" destId="{05601782-38A0-4379-97AA-130076FB3F73}" srcOrd="2" destOrd="0" presId="urn:microsoft.com/office/officeart/2008/layout/HexagonCluster"/>
    <dgm:cxn modelId="{F05F6E4F-BD21-47B3-BBD5-EDB2C791A262}" type="presParOf" srcId="{05601782-38A0-4379-97AA-130076FB3F73}" destId="{BD4F2449-EEE4-4CBB-AA28-B2CFCECE9189}" srcOrd="0" destOrd="0" presId="urn:microsoft.com/office/officeart/2008/layout/HexagonCluster"/>
    <dgm:cxn modelId="{4BB4CC97-16CB-4BF8-84B2-5B2FF5E76782}" type="presParOf" srcId="{B3F21BBD-0E96-4236-93DB-FC904EEA6574}" destId="{08851BB1-A555-4ACD-81E5-CF2ED31FA4ED}" srcOrd="3" destOrd="0" presId="urn:microsoft.com/office/officeart/2008/layout/HexagonCluster"/>
    <dgm:cxn modelId="{A91FCC98-C133-4E3B-A129-1D74AD663732}" type="presParOf" srcId="{08851BB1-A555-4ACD-81E5-CF2ED31FA4ED}" destId="{C8E1D4C3-02A6-49C9-BEC9-09BE563BAADF}" srcOrd="0" destOrd="0" presId="urn:microsoft.com/office/officeart/2008/layout/HexagonCluster"/>
    <dgm:cxn modelId="{9B5775DD-18D5-4FD8-AB55-4FD081BE9309}" type="presParOf" srcId="{B3F21BBD-0E96-4236-93DB-FC904EEA6574}" destId="{BD03DA52-34BC-4A2D-8C55-A4A6CB1DC68A}" srcOrd="4" destOrd="0" presId="urn:microsoft.com/office/officeart/2008/layout/HexagonCluster"/>
    <dgm:cxn modelId="{0028F524-B597-4693-ADCF-6B366BBBA793}" type="presParOf" srcId="{BD03DA52-34BC-4A2D-8C55-A4A6CB1DC68A}" destId="{617C2D23-E200-452C-A645-B5B20F52782A}" srcOrd="0" destOrd="0" presId="urn:microsoft.com/office/officeart/2008/layout/HexagonCluster"/>
    <dgm:cxn modelId="{0B75A09D-23EB-4D0D-9E54-6056CA735CE7}" type="presParOf" srcId="{B3F21BBD-0E96-4236-93DB-FC904EEA6574}" destId="{B91FC017-ED6E-4503-8379-554E0418AE29}" srcOrd="5" destOrd="0" presId="urn:microsoft.com/office/officeart/2008/layout/HexagonCluster"/>
    <dgm:cxn modelId="{1CA8670E-1735-4C8C-AE60-21262E36067F}" type="presParOf" srcId="{B91FC017-ED6E-4503-8379-554E0418AE29}" destId="{A89D5C32-C807-4E57-85C2-CB345517BA7E}" srcOrd="0" destOrd="0" presId="urn:microsoft.com/office/officeart/2008/layout/HexagonCluster"/>
    <dgm:cxn modelId="{1A446577-37AA-4275-8137-E676E0092A40}" type="presParOf" srcId="{B3F21BBD-0E96-4236-93DB-FC904EEA6574}" destId="{4A95DABC-F636-407E-BF33-15E62192EAFD}" srcOrd="6" destOrd="0" presId="urn:microsoft.com/office/officeart/2008/layout/HexagonCluster"/>
    <dgm:cxn modelId="{642B45E2-92AF-42F8-9D51-95A972CB36A0}" type="presParOf" srcId="{4A95DABC-F636-407E-BF33-15E62192EAFD}" destId="{384345AB-FF72-4312-ABF3-FCB4ACEEBDE9}" srcOrd="0" destOrd="0" presId="urn:microsoft.com/office/officeart/2008/layout/HexagonCluster"/>
    <dgm:cxn modelId="{43F68DF9-9E4A-4899-B94C-835F8CEEF4FA}" type="presParOf" srcId="{B3F21BBD-0E96-4236-93DB-FC904EEA6574}" destId="{27061CA3-FECD-4EEB-BE9F-609EEF7F680C}" srcOrd="7" destOrd="0" presId="urn:microsoft.com/office/officeart/2008/layout/HexagonCluster"/>
    <dgm:cxn modelId="{DF42C26E-E5CF-489B-BC9A-5E6EEB903E71}" type="presParOf" srcId="{27061CA3-FECD-4EEB-BE9F-609EEF7F680C}" destId="{CD1D8115-3539-422A-BCA9-AEE400E8BA06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8FC31-A3CD-4B34-AB5D-ABB895A22E4B}">
      <dsp:nvSpPr>
        <dsp:cNvPr id="0" name=""/>
        <dsp:cNvSpPr/>
      </dsp:nvSpPr>
      <dsp:spPr>
        <a:xfrm>
          <a:off x="230090" y="2086376"/>
          <a:ext cx="2462207" cy="1961919"/>
        </a:xfrm>
        <a:prstGeom prst="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392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61A56-2D7C-477D-BDF5-82A8BDB561D9}">
      <dsp:nvSpPr>
        <dsp:cNvPr id="0" name=""/>
        <dsp:cNvSpPr/>
      </dsp:nvSpPr>
      <dsp:spPr>
        <a:xfrm>
          <a:off x="3069503" y="1792012"/>
          <a:ext cx="900252" cy="18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200" kern="1200" dirty="0"/>
        </a:p>
      </dsp:txBody>
      <dsp:txXfrm>
        <a:off x="3069503" y="1792012"/>
        <a:ext cx="900252" cy="180050"/>
      </dsp:txXfrm>
    </dsp:sp>
    <dsp:sp modelId="{BAFEDD21-732C-45A8-8F35-3708B86E81AA}">
      <dsp:nvSpPr>
        <dsp:cNvPr id="0" name=""/>
        <dsp:cNvSpPr/>
      </dsp:nvSpPr>
      <dsp:spPr>
        <a:xfrm>
          <a:off x="3076877" y="2106101"/>
          <a:ext cx="2982481" cy="1881725"/>
        </a:xfrm>
        <a:prstGeom prst="rect">
          <a:avLst/>
        </a:prstGeom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B1B0A-DD77-4560-837E-6BEC6CDF8064}">
      <dsp:nvSpPr>
        <dsp:cNvPr id="0" name=""/>
        <dsp:cNvSpPr/>
      </dsp:nvSpPr>
      <dsp:spPr>
        <a:xfrm rot="16200000">
          <a:off x="5835618" y="3072198"/>
          <a:ext cx="900252" cy="18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 </a:t>
          </a:r>
        </a:p>
      </dsp:txBody>
      <dsp:txXfrm>
        <a:off x="5835618" y="3072198"/>
        <a:ext cx="900252" cy="180050"/>
      </dsp:txXfrm>
    </dsp:sp>
    <dsp:sp modelId="{05530CDB-095F-4F23-ADBA-6F5F11908C96}">
      <dsp:nvSpPr>
        <dsp:cNvPr id="0" name=""/>
        <dsp:cNvSpPr/>
      </dsp:nvSpPr>
      <dsp:spPr>
        <a:xfrm>
          <a:off x="6285826" y="161925"/>
          <a:ext cx="2031310" cy="19729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5000" r="-45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7369A-98A9-4A16-8413-DCD369C8BA5E}">
      <dsp:nvSpPr>
        <dsp:cNvPr id="0" name=""/>
        <dsp:cNvSpPr/>
      </dsp:nvSpPr>
      <dsp:spPr>
        <a:xfrm rot="16200000">
          <a:off x="5360033" y="982690"/>
          <a:ext cx="900252" cy="18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 </a:t>
          </a:r>
        </a:p>
      </dsp:txBody>
      <dsp:txXfrm>
        <a:off x="5360033" y="982690"/>
        <a:ext cx="900252" cy="180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F3063-CC02-4653-ADFD-DE57BF86EAA4}">
      <dsp:nvSpPr>
        <dsp:cNvPr id="0" name=""/>
        <dsp:cNvSpPr/>
      </dsp:nvSpPr>
      <dsp:spPr>
        <a:xfrm rot="10800000">
          <a:off x="2004878" y="305520"/>
          <a:ext cx="6524473" cy="144598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6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и изготовить манипулятор руки.</a:t>
          </a:r>
          <a:endParaRPr lang="ru-RU" sz="1800" i="1" kern="1200" dirty="0">
            <a:solidFill>
              <a:schemeClr val="tx1"/>
            </a:solidFill>
          </a:endParaRPr>
        </a:p>
      </dsp:txBody>
      <dsp:txXfrm rot="10800000">
        <a:off x="2366374" y="305520"/>
        <a:ext cx="6162977" cy="1445983"/>
      </dsp:txXfrm>
    </dsp:sp>
    <dsp:sp modelId="{D7E70566-5233-4446-B4FD-B08D2B754AF6}">
      <dsp:nvSpPr>
        <dsp:cNvPr id="0" name=""/>
        <dsp:cNvSpPr/>
      </dsp:nvSpPr>
      <dsp:spPr>
        <a:xfrm>
          <a:off x="1281886" y="305520"/>
          <a:ext cx="1445983" cy="1445983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13A26-9A85-471E-AE5E-5C2A1EE6A923}">
      <dsp:nvSpPr>
        <dsp:cNvPr id="0" name=""/>
        <dsp:cNvSpPr/>
      </dsp:nvSpPr>
      <dsp:spPr>
        <a:xfrm rot="10800000">
          <a:off x="3286764" y="1891081"/>
          <a:ext cx="6524473" cy="144598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639" tIns="68580" rIns="128016" bIns="6858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электрические схемы, подобрать комплектующие для управления манипулятором руки и сенсорной перчаткой с беспроводным интерфейсом для передачи команд на манипулятор руки.</a:t>
          </a:r>
          <a:endParaRPr lang="ru-RU" sz="1800" kern="1200" dirty="0">
            <a:solidFill>
              <a:schemeClr val="tx1"/>
            </a:solidFill>
          </a:endParaRPr>
        </a:p>
      </dsp:txBody>
      <dsp:txXfrm rot="10800000">
        <a:off x="3648260" y="1891081"/>
        <a:ext cx="6162977" cy="1445983"/>
      </dsp:txXfrm>
    </dsp:sp>
    <dsp:sp modelId="{3C09397B-8763-48EC-8768-CA2981C83B7F}">
      <dsp:nvSpPr>
        <dsp:cNvPr id="0" name=""/>
        <dsp:cNvSpPr/>
      </dsp:nvSpPr>
      <dsp:spPr>
        <a:xfrm>
          <a:off x="2339551" y="1865690"/>
          <a:ext cx="1445983" cy="1445983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53E8A-430A-47DB-8C5B-DEAFBC58AA95}">
      <dsp:nvSpPr>
        <dsp:cNvPr id="0" name=""/>
        <dsp:cNvSpPr/>
      </dsp:nvSpPr>
      <dsp:spPr>
        <a:xfrm rot="10800000">
          <a:off x="2004878" y="3476642"/>
          <a:ext cx="6524473" cy="144598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639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Написать программный код для микроконтроллеров.</a:t>
          </a:r>
          <a:endParaRPr lang="ru-RU" sz="1800" kern="1200" dirty="0">
            <a:solidFill>
              <a:schemeClr val="tx1"/>
            </a:solidFill>
          </a:endParaRPr>
        </a:p>
      </dsp:txBody>
      <dsp:txXfrm rot="10800000">
        <a:off x="2366374" y="3476642"/>
        <a:ext cx="6162977" cy="1445983"/>
      </dsp:txXfrm>
    </dsp:sp>
    <dsp:sp modelId="{6A69B82F-346E-4EDF-A109-EDF2333949E9}">
      <dsp:nvSpPr>
        <dsp:cNvPr id="0" name=""/>
        <dsp:cNvSpPr/>
      </dsp:nvSpPr>
      <dsp:spPr>
        <a:xfrm>
          <a:off x="1281886" y="3476642"/>
          <a:ext cx="1445983" cy="1445983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625D8-CE78-47D5-ADA1-F3BC7509D863}">
      <dsp:nvSpPr>
        <dsp:cNvPr id="0" name=""/>
        <dsp:cNvSpPr/>
      </dsp:nvSpPr>
      <dsp:spPr>
        <a:xfrm>
          <a:off x="4668478" y="3444046"/>
          <a:ext cx="3804346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70565A-9D6A-47AB-99F8-07A9BB1AB54D}">
      <dsp:nvSpPr>
        <dsp:cNvPr id="0" name=""/>
        <dsp:cNvSpPr/>
      </dsp:nvSpPr>
      <dsp:spPr>
        <a:xfrm>
          <a:off x="4668478" y="794779"/>
          <a:ext cx="3804346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31296-E17E-4428-A77E-9882DEF1FB8F}">
      <dsp:nvSpPr>
        <dsp:cNvPr id="0" name=""/>
        <dsp:cNvSpPr/>
      </dsp:nvSpPr>
      <dsp:spPr>
        <a:xfrm>
          <a:off x="2549065" y="0"/>
          <a:ext cx="4238826" cy="423882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D61A71-7055-4A81-8913-E706B91ECF1F}">
      <dsp:nvSpPr>
        <dsp:cNvPr id="0" name=""/>
        <dsp:cNvSpPr/>
      </dsp:nvSpPr>
      <dsp:spPr>
        <a:xfrm>
          <a:off x="3312054" y="2250816"/>
          <a:ext cx="2712848" cy="1398812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 dirty="0"/>
            <a:t> </a:t>
          </a:r>
        </a:p>
      </dsp:txBody>
      <dsp:txXfrm>
        <a:off x="3312054" y="2250816"/>
        <a:ext cx="2712848" cy="1398812"/>
      </dsp:txXfrm>
    </dsp:sp>
    <dsp:sp modelId="{72DBB7F3-BF02-4DBD-BDAF-284039B6BCE2}">
      <dsp:nvSpPr>
        <dsp:cNvPr id="0" name=""/>
        <dsp:cNvSpPr/>
      </dsp:nvSpPr>
      <dsp:spPr>
        <a:xfrm>
          <a:off x="7678044" y="0"/>
          <a:ext cx="1589559" cy="1589559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63021-23E6-46F2-A7D1-6A1C939DE510}">
      <dsp:nvSpPr>
        <dsp:cNvPr id="0" name=""/>
        <dsp:cNvSpPr/>
      </dsp:nvSpPr>
      <dsp:spPr>
        <a:xfrm>
          <a:off x="9267604" y="0"/>
          <a:ext cx="566458" cy="1589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0" rIns="247650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 dirty="0"/>
            <a:t> </a:t>
          </a:r>
        </a:p>
      </dsp:txBody>
      <dsp:txXfrm>
        <a:off x="9267604" y="0"/>
        <a:ext cx="566458" cy="1589559"/>
      </dsp:txXfrm>
    </dsp:sp>
    <dsp:sp modelId="{88D2A27B-92B7-4F96-9CF8-6B59EDDA8002}">
      <dsp:nvSpPr>
        <dsp:cNvPr id="0" name=""/>
        <dsp:cNvSpPr/>
      </dsp:nvSpPr>
      <dsp:spPr>
        <a:xfrm>
          <a:off x="7678044" y="2649266"/>
          <a:ext cx="1589559" cy="1589559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3EE05-47D1-4263-9915-65071002BDB0}">
      <dsp:nvSpPr>
        <dsp:cNvPr id="0" name=""/>
        <dsp:cNvSpPr/>
      </dsp:nvSpPr>
      <dsp:spPr>
        <a:xfrm>
          <a:off x="9267604" y="2649266"/>
          <a:ext cx="566458" cy="15895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0" rIns="247650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500" kern="1200" dirty="0"/>
            <a:t> </a:t>
          </a:r>
        </a:p>
      </dsp:txBody>
      <dsp:txXfrm>
        <a:off x="9267604" y="2649266"/>
        <a:ext cx="566458" cy="15895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821A0-72A1-4992-BC07-C9A24A4F56CA}">
      <dsp:nvSpPr>
        <dsp:cNvPr id="0" name=""/>
        <dsp:cNvSpPr/>
      </dsp:nvSpPr>
      <dsp:spPr>
        <a:xfrm>
          <a:off x="2002737" y="1092504"/>
          <a:ext cx="2351725" cy="202804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Схема соединений микроконтроллера приемника команд</a:t>
          </a:r>
        </a:p>
      </dsp:txBody>
      <dsp:txXfrm>
        <a:off x="2367718" y="1407250"/>
        <a:ext cx="1621763" cy="1398552"/>
      </dsp:txXfrm>
    </dsp:sp>
    <dsp:sp modelId="{F9DBA8E9-E720-4AC2-90C5-01D0BE6BEC1D}">
      <dsp:nvSpPr>
        <dsp:cNvPr id="0" name=""/>
        <dsp:cNvSpPr/>
      </dsp:nvSpPr>
      <dsp:spPr>
        <a:xfrm>
          <a:off x="1630128" y="1800900"/>
          <a:ext cx="274780" cy="23716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F2449-EEE4-4CBB-AA28-B2CFCECE9189}">
      <dsp:nvSpPr>
        <dsp:cNvPr id="0" name=""/>
        <dsp:cNvSpPr/>
      </dsp:nvSpPr>
      <dsp:spPr>
        <a:xfrm>
          <a:off x="36365" y="0"/>
          <a:ext cx="2351725" cy="2028044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1D4C3-02A6-49C9-BEC9-09BE563BAADF}">
      <dsp:nvSpPr>
        <dsp:cNvPr id="0" name=""/>
        <dsp:cNvSpPr/>
      </dsp:nvSpPr>
      <dsp:spPr>
        <a:xfrm>
          <a:off x="4568271" y="1682319"/>
          <a:ext cx="274780" cy="23716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C2D23-E200-452C-A645-B5B20F52782A}">
      <dsp:nvSpPr>
        <dsp:cNvPr id="0" name=""/>
        <dsp:cNvSpPr/>
      </dsp:nvSpPr>
      <dsp:spPr>
        <a:xfrm>
          <a:off x="3969935" y="0"/>
          <a:ext cx="2351725" cy="202804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Схема соединений микроконтроллера передатчика команд</a:t>
          </a:r>
        </a:p>
      </dsp:txBody>
      <dsp:txXfrm>
        <a:off x="4334916" y="314746"/>
        <a:ext cx="1621763" cy="1398552"/>
      </dsp:txXfrm>
    </dsp:sp>
    <dsp:sp modelId="{A89D5C32-C807-4E57-85C2-CB345517BA7E}">
      <dsp:nvSpPr>
        <dsp:cNvPr id="0" name=""/>
        <dsp:cNvSpPr/>
      </dsp:nvSpPr>
      <dsp:spPr>
        <a:xfrm>
          <a:off x="6018457" y="1982307"/>
          <a:ext cx="274780" cy="23716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345AB-FF72-4312-ABF3-FCB4ACEEBDE9}">
      <dsp:nvSpPr>
        <dsp:cNvPr id="0" name=""/>
        <dsp:cNvSpPr/>
      </dsp:nvSpPr>
      <dsp:spPr>
        <a:xfrm>
          <a:off x="5936307" y="1092504"/>
          <a:ext cx="2351725" cy="2028044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D8115-3539-422A-BCA9-AEE400E8BA06}">
      <dsp:nvSpPr>
        <dsp:cNvPr id="0" name=""/>
        <dsp:cNvSpPr/>
      </dsp:nvSpPr>
      <dsp:spPr>
        <a:xfrm>
          <a:off x="2509024" y="2827630"/>
          <a:ext cx="274780" cy="237161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Blocks">
  <dgm:title val=""/>
  <dgm:desc val=""/>
  <dgm:catLst>
    <dgm:cat type="picture" pri="12000"/>
    <dgm:cat type="pictureconvert" pri="1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gt" val="5">
        <dgm:choose name="Name3">
          <dgm:if name="Name4" func="var" arg="dir" op="equ" val="norm">
            <dgm:alg type="snake">
              <dgm:param type="grDir" val="bL"/>
              <dgm:param type="bkpt" val="fixed"/>
              <dgm:param type="bkPtFixedVal" val="3"/>
              <dgm:param type="off" val="off"/>
              <dgm:param type="horzAlign" val="r"/>
              <dgm:param type="vertAlign" val="b"/>
            </dgm:alg>
          </dgm:if>
          <dgm:else name="Name5">
            <dgm:alg type="snake">
              <dgm:param type="grDir" val="bR"/>
              <dgm:param type="bkpt" val="fixed"/>
              <dgm:param type="bkPtFixedVal" val="3"/>
              <dgm:param type="off" val="off"/>
              <dgm:param type="horzAlign" val="l"/>
              <dgm:param type="vertAlign" val="b"/>
            </dgm:alg>
          </dgm:else>
        </dgm:choose>
      </dgm:if>
      <dgm:else name="Name6">
        <dgm:choose name="Name7">
          <dgm:if name="Name8" func="var" arg="dir" op="equ" val="norm">
            <dgm:alg type="snake">
              <dgm:param type="grDir" val="bL"/>
              <dgm:param type="bkpt" val="fixed"/>
              <dgm:param type="bkPtFixedVal" val="2"/>
              <dgm:param type="off" val="off"/>
              <dgm:param type="horzAlign" val="r"/>
              <dgm:param type="vertAlign" val="b"/>
            </dgm:alg>
          </dgm:if>
          <dgm:else name="Name9">
            <dgm:alg type="snake">
              <dgm:param type="grDir" val="bR"/>
              <dgm:param type="bkpt" val="fixed"/>
              <dgm:param type="bkPtFixedVal" val="2"/>
              <dgm:param type="off" val="off"/>
              <dgm:param type="horzAlign" val="l"/>
              <dgm:param type="vertAlign" val="b"/>
            </dgm:alg>
          </dgm:else>
        </dgm:choose>
      </dgm:else>
    </dgm:choose>
    <dgm:shape xmlns:r="http://schemas.openxmlformats.org/officeDocument/2006/relationships" r:blip="">
      <dgm:adjLst/>
    </dgm:shape>
    <dgm:constrLst>
      <dgm:constr type="alignOff" val="1"/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13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2"/>
        </dgm:alg>
        <dgm:shape xmlns:r="http://schemas.openxmlformats.org/officeDocument/2006/relationships" r:blip="">
          <dgm:adjLst/>
        </dgm:shape>
        <dgm:choose name="Name10">
          <dgm:if name="Name11" func="var" arg="dir" op="equ" val="norm">
            <dgm:constrLst>
              <dgm:constr type="l" for="ch" forName="Image" refType="w" refFor="ch" refForName="Image" fact="0.2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fact="0"/>
              <dgm:constr type="t" for="ch" forName="Parent" refType="h" fact="0"/>
              <dgm:constr type="w" for="ch" forName="Parent" refType="h" refFor="ch" refForName="Image" op="equ" fact="0.2"/>
              <dgm:constr type="h" for="ch" forName="Parent" refType="h" refFor="ch" refForName="Image" op="equ"/>
            </dgm:constrLst>
          </dgm:if>
          <dgm:else name="Name12">
            <dgm:constrLst>
              <dgm:constr type="l" for="ch" forName="Image" refType="w" fact="0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refFor="ch" refForName="Image"/>
              <dgm:constr type="t" for="ch" forName="Parent" refType="h" fact="0"/>
              <dgm:constr type="w" for="ch" forName="Parent" refType="w" refFor="ch" refForName="Image" fact="0.2"/>
              <dgm:constr type="h" for="ch" forName="Parent" refType="h" refFor="ch" refForName="Image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revTx">
          <dgm:varLst>
            <dgm:bulletEnabled val="1"/>
          </dgm:varLst>
          <dgm:alg type="tx">
            <dgm:param type="parTxLTRAlign" val="l"/>
            <dgm:param type="txAnchorVert" val="b"/>
            <dgm:param type="txAnchorVertCh" val="b"/>
            <dgm:param type="autoTxRot" val="grav"/>
          </dgm:alg>
          <dgm:choose name="Name13">
            <dgm:if name="Name14" func="var" arg="dir" op="equ" val="norm">
              <dgm:shape xmlns:r="http://schemas.openxmlformats.org/officeDocument/2006/relationships" rot="270" type="rect" r:blip="">
                <dgm:adjLst/>
              </dgm:shape>
            </dgm:if>
            <dgm:else name="Name15">
              <dgm:shape xmlns:r="http://schemas.openxmlformats.org/officeDocument/2006/relationships" rot="90" type="rect" r:blip="">
                <dgm:adjLst/>
              </dgm:shape>
            </dgm:else>
          </dgm:choose>
          <dgm:presOf axis="desOr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FBF20-9854-4BFE-B1FB-81925B11F180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E6F99-0A06-4948-8AEE-C890BE43B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24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Данное приспособление представляет из себя подвижный экзоскелет на дистанционном управлении и может быть полезно во многих сферах деятельности</a:t>
            </a:r>
          </a:p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E6F99-0A06-4948-8AEE-C890BE43B31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897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Роботизированная рука может найти применения не только в учебном процессе, но и во многих отраслях науки и техники. Таким образом, разработка манипулятора руки представляется актуальной.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E6F99-0A06-4948-8AEE-C890BE43B31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04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7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7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94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52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6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79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4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01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4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46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10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131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76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55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6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58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6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0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202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6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643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1" y="4013200"/>
            <a:ext cx="859667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6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0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722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1" y="4013200"/>
            <a:ext cx="859667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6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895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151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34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4" y="6041364"/>
            <a:ext cx="911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76E55-D4CE-463B-89EA-76C423A98979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BD5BB1A-55CE-4F63-BF23-881B087EC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93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title"/>
          </p:nvPr>
        </p:nvSpPr>
        <p:spPr>
          <a:xfrm>
            <a:off x="1055823" y="36287"/>
            <a:ext cx="8355806" cy="860566"/>
          </a:xfrm>
        </p:spPr>
        <p:txBody>
          <a:bodyPr>
            <a:noAutofit/>
          </a:bodyPr>
          <a:lstStyle/>
          <a:p>
            <a:pPr algn="r"/>
            <a:r>
              <a:rPr lang="ru-RU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Манипулятор	с	беспроводным 		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6540" y="3923583"/>
            <a:ext cx="63896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Авторы: </a:t>
            </a:r>
          </a:p>
          <a:p>
            <a:r>
              <a:rPr lang="ru-RU" dirty="0"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Семёнов Александр Андреевич</a:t>
            </a:r>
          </a:p>
          <a:p>
            <a:r>
              <a:rPr lang="ru-RU" dirty="0"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Сазонов Данил Андреевич, </a:t>
            </a:r>
          </a:p>
          <a:p>
            <a:r>
              <a:rPr lang="ru-RU" dirty="0"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учащиеся 8 К ГБОУ Школы № 1103</a:t>
            </a:r>
          </a:p>
          <a:p>
            <a:endParaRPr lang="ru-RU" dirty="0">
              <a:latin typeface="Times New Roman" panose="02020603050405020304" pitchFamily="18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Руководитель:</a:t>
            </a:r>
          </a:p>
          <a:p>
            <a:r>
              <a:rPr lang="ru-RU" dirty="0">
                <a:latin typeface="Times New Roman" panose="02020603050405020304" pitchFamily="18" charset="0"/>
                <a:ea typeface="BatangChe" panose="02030609000101010101" pitchFamily="49" charset="-127"/>
                <a:cs typeface="Times New Roman" panose="02020603050405020304" pitchFamily="18" charset="0"/>
              </a:rPr>
              <a:t>Сокур Мария Евгеньевна, учитель информатики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8351" y="1144795"/>
            <a:ext cx="4560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интерфейсом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1" y="281699"/>
            <a:ext cx="808823" cy="808823"/>
          </a:xfrm>
          <a:prstGeom prst="rect">
            <a:avLst/>
          </a:prstGeom>
        </p:spPr>
      </p:pic>
      <p:pic>
        <p:nvPicPr>
          <p:cNvPr id="9" name="Рисунок 8" descr="C:\Users\SokurME\AppData\Local\Microsoft\Windows\INetCache\Content.Word\20190228_072805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" t="22821" b="18465"/>
          <a:stretch>
            <a:fillRect/>
          </a:stretch>
        </p:blipFill>
        <p:spPr bwMode="auto">
          <a:xfrm rot="16200000">
            <a:off x="20330" y="2202808"/>
            <a:ext cx="4410578" cy="25534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2411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9751" y="478121"/>
            <a:ext cx="771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1" y="1580707"/>
            <a:ext cx="87534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изготовление механизированной руки, повторяющей движение человека и выполняющей работу рук человека на расстоянии.</a:t>
            </a:r>
          </a:p>
        </p:txBody>
      </p:sp>
    </p:spTree>
    <p:extLst>
      <p:ext uri="{BB962C8B-B14F-4D97-AF65-F5344CB8AC3E}">
        <p14:creationId xmlns:p14="http://schemas.microsoft.com/office/powerpoint/2010/main" val="182814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5962" y="1548160"/>
            <a:ext cx="88785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Манипулятор руки может быть невероятно полезен людям с ограниченными возможностями, например, с мышечной слабостью.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Также, если необходимо использовать робот-манипулятор, но алгоритм его работы очень сложен, с помощью нашего устройства можно легко управлять устройством дистанционно.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1" y="478121"/>
            <a:ext cx="771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108258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3722870949"/>
              </p:ext>
            </p:extLst>
          </p:nvPr>
        </p:nvGraphicFramePr>
        <p:xfrm>
          <a:off x="804560" y="1728982"/>
          <a:ext cx="8317137" cy="4143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1441593"/>
            <a:ext cx="5934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современных аналогов используется в качестве протезов для инвалидов или в промышленности для выполнения однотипных задач.</a:t>
            </a:r>
          </a:p>
          <a:p>
            <a:pPr>
              <a:lnSpc>
                <a:spcPct val="150000"/>
              </a:lnSpc>
            </a:pP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809751" y="478121"/>
            <a:ext cx="771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33186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4019698638"/>
              </p:ext>
            </p:extLst>
          </p:nvPr>
        </p:nvGraphicFramePr>
        <p:xfrm>
          <a:off x="-596899" y="1439344"/>
          <a:ext cx="9811238" cy="5202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9751" y="478121"/>
            <a:ext cx="771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</a:t>
            </a:r>
          </a:p>
        </p:txBody>
      </p:sp>
    </p:spTree>
    <p:extLst>
      <p:ext uri="{BB962C8B-B14F-4D97-AF65-F5344CB8AC3E}">
        <p14:creationId xmlns:p14="http://schemas.microsoft.com/office/powerpoint/2010/main" val="290353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2" y="497812"/>
            <a:ext cx="7086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изготовить</a:t>
            </a:r>
            <a:endParaRPr lang="ru-RU" sz="4400" i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3773020" y="1066801"/>
            <a:ext cx="50717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манипулятор руки</a:t>
            </a:r>
            <a:endParaRPr lang="ru-RU" sz="4400" i="1" dirty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009901" y="793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8968683" y="3452913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8968683" y="5853213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009901" y="7946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0" name="Схема 29"/>
          <p:cNvGraphicFramePr/>
          <p:nvPr>
            <p:extLst>
              <p:ext uri="{D42A27DB-BD31-4B8C-83A1-F6EECF244321}">
                <p14:modId xmlns:p14="http://schemas.microsoft.com/office/powerpoint/2010/main" val="2180483389"/>
              </p:ext>
            </p:extLst>
          </p:nvPr>
        </p:nvGraphicFramePr>
        <p:xfrm>
          <a:off x="-987418" y="2102919"/>
          <a:ext cx="12383129" cy="423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3326131" y="-99619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7684714" y="4509553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9284913" y="4063783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3326131" y="61570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97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782" y="478121"/>
            <a:ext cx="76962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электрические схемы</a:t>
            </a:r>
            <a:endParaRPr lang="ru-RU" sz="4400" dirty="0"/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312793573"/>
              </p:ext>
            </p:extLst>
          </p:nvPr>
        </p:nvGraphicFramePr>
        <p:xfrm>
          <a:off x="480814" y="2268884"/>
          <a:ext cx="8324398" cy="3120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476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2417" y="225116"/>
            <a:ext cx="69685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программного</a:t>
            </a:r>
            <a:endParaRPr lang="ru-RU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4508500" y="994557"/>
            <a:ext cx="1473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кода</a:t>
            </a:r>
            <a:endParaRPr lang="ru-RU" sz="4400" dirty="0"/>
          </a:p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574014" y="2800036"/>
            <a:ext cx="50099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код для микроконтроллера пишется на С-подобном языке программирования в специальной программе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(IDE).</a:t>
            </a:r>
          </a:p>
        </p:txBody>
      </p:sp>
      <p:pic>
        <p:nvPicPr>
          <p:cNvPr id="11" name="Рисунок 10" descr="https://pp.userapi.com/c845019/v845019480/1b9e5a/1qOE0PRMMmw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561" y="2040996"/>
            <a:ext cx="3499810" cy="4326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6322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62" y="478123"/>
            <a:ext cx="808823" cy="8088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8582" y="478122"/>
            <a:ext cx="3310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22695" y="1554363"/>
            <a:ext cx="57744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Разработанная рука манипулятор с беспроводным интерфейсом способна решать широчайший спектр проблем. В результате работы получен прототип, который может в дальнейшем получить развитие.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/>
          <p:cNvGrpSpPr/>
          <p:nvPr/>
        </p:nvGrpSpPr>
        <p:grpSpPr>
          <a:xfrm rot="10800000">
            <a:off x="1264728" y="3994293"/>
            <a:ext cx="8471100" cy="2603858"/>
            <a:chOff x="-6893457" y="3634605"/>
            <a:chExt cx="13345882" cy="3376492"/>
          </a:xfrm>
        </p:grpSpPr>
        <p:pic>
          <p:nvPicPr>
            <p:cNvPr id="6" name="Рисунок 5" descr="C:\Users\SokurME\AppData\Local\Microsoft\Windows\INetCache\Content.Word\20190228_072621.jp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32" b="15145"/>
            <a:stretch/>
          </p:blipFill>
          <p:spPr bwMode="auto">
            <a:xfrm>
              <a:off x="-6893457" y="4048822"/>
              <a:ext cx="6115050" cy="296227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Рисунок 6" descr="C:\Users\SokurME\AppData\Local\Microsoft\Windows\INetCache\Content.Word\20190228_072805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7" t="22821" b="18465"/>
            <a:stretch>
              <a:fillRect/>
            </a:stretch>
          </p:blipFill>
          <p:spPr bwMode="auto">
            <a:xfrm rot="10800000">
              <a:off x="337375" y="3634605"/>
              <a:ext cx="6115050" cy="2733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415" y="261604"/>
            <a:ext cx="2440258" cy="32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5079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349</TotalTime>
  <Words>273</Words>
  <Application>Microsoft Office PowerPoint</Application>
  <PresentationFormat>Широкоэкранный</PresentationFormat>
  <Paragraphs>43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Wingdings 3</vt:lpstr>
      <vt:lpstr>Аспект</vt:lpstr>
      <vt:lpstr>Манипулятор с беспроводным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Алексеев Артем Андреевич</dc:creator>
  <cp:lastModifiedBy>Mariia</cp:lastModifiedBy>
  <cp:revision>38</cp:revision>
  <dcterms:created xsi:type="dcterms:W3CDTF">2019-03-01T06:38:16Z</dcterms:created>
  <dcterms:modified xsi:type="dcterms:W3CDTF">2026-02-08T14:33:45Z</dcterms:modified>
</cp:coreProperties>
</file>